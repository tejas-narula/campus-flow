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45" r:id="rId3"/>
    <p:sldId id="434" r:id="rId4"/>
    <p:sldId id="440" r:id="rId5"/>
    <p:sldId id="441" r:id="rId6"/>
    <p:sldId id="443" r:id="rId7"/>
    <p:sldId id="442" r:id="rId8"/>
    <p:sldId id="429" r:id="rId9"/>
    <p:sldId id="431" r:id="rId10"/>
    <p:sldId id="423" r:id="rId11"/>
    <p:sldId id="444" r:id="rId12"/>
    <p:sldId id="323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27703C1-6C6F-40D0-A789-B434C57CCE23}">
          <p14:sldIdLst>
            <p14:sldId id="256"/>
            <p14:sldId id="345"/>
            <p14:sldId id="434"/>
            <p14:sldId id="440"/>
            <p14:sldId id="441"/>
            <p14:sldId id="443"/>
            <p14:sldId id="442"/>
            <p14:sldId id="429"/>
            <p14:sldId id="431"/>
            <p14:sldId id="423"/>
            <p14:sldId id="444"/>
            <p14:sldId id="3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0E281-78B8-4966-A117-F479C84E5288}" v="28" dt="2025-09-15T10:46:30.30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20" autoAdjust="0"/>
  </p:normalViewPr>
  <p:slideViewPr>
    <p:cSldViewPr>
      <p:cViewPr varScale="1">
        <p:scale>
          <a:sx n="70" d="100"/>
          <a:sy n="70" d="100"/>
        </p:scale>
        <p:origin x="512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shish Kumar Srivastava [MU - Jaipur]" userId="1d741576-bebf-490e-a489-c3f59b1269a8" providerId="ADAL" clId="{3E916400-3762-4589-B0D9-753CC661AAAF}"/>
    <pc:docChg chg="undo custSel addSld delSld modSld sldOrd modSection">
      <pc:chgData name="Dr. Ashish Kumar Srivastava [MU - Jaipur]" userId="1d741576-bebf-490e-a489-c3f59b1269a8" providerId="ADAL" clId="{3E916400-3762-4589-B0D9-753CC661AAAF}" dt="2025-09-15T11:28:22.501" v="5108" actId="1076"/>
      <pc:docMkLst>
        <pc:docMk/>
      </pc:docMkLst>
      <pc:sldChg chg="modSp mod">
        <pc:chgData name="Dr. Ashish Kumar Srivastava [MU - Jaipur]" userId="1d741576-bebf-490e-a489-c3f59b1269a8" providerId="ADAL" clId="{3E916400-3762-4589-B0D9-753CC661AAAF}" dt="2025-09-15T06:08:51.681" v="3183" actId="20577"/>
        <pc:sldMkLst>
          <pc:docMk/>
          <pc:sldMk cId="0" sldId="256"/>
        </pc:sldMkLst>
        <pc:spChg chg="mod">
          <ac:chgData name="Dr. Ashish Kumar Srivastava [MU - Jaipur]" userId="1d741576-bebf-490e-a489-c3f59b1269a8" providerId="ADAL" clId="{3E916400-3762-4589-B0D9-753CC661AAAF}" dt="2025-09-15T06:08:46.713" v="3181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Dr. Ashish Kumar Srivastava [MU - Jaipur]" userId="1d741576-bebf-490e-a489-c3f59b1269a8" providerId="ADAL" clId="{3E916400-3762-4589-B0D9-753CC661AAAF}" dt="2025-09-15T06:08:51.681" v="3183" actId="20577"/>
          <ac:spMkLst>
            <pc:docMk/>
            <pc:sldMk cId="0" sldId="256"/>
            <ac:spMk id="6" creationId="{DD0A4B27-CA26-7C2F-BB7E-F1E69664A6D2}"/>
          </ac:spMkLst>
        </pc:spChg>
      </pc:sldChg>
      <pc:sldChg chg="addSp delSp modSp del mod">
        <pc:chgData name="Dr. Ashish Kumar Srivastava [MU - Jaipur]" userId="1d741576-bebf-490e-a489-c3f59b1269a8" providerId="ADAL" clId="{3E916400-3762-4589-B0D9-753CC661AAAF}" dt="2025-09-14T05:58:29.949" v="958" actId="2696"/>
        <pc:sldMkLst>
          <pc:docMk/>
          <pc:sldMk cId="0" sldId="262"/>
        </pc:sldMkLst>
        <pc:spChg chg="mod">
          <ac:chgData name="Dr. Ashish Kumar Srivastava [MU - Jaipur]" userId="1d741576-bebf-490e-a489-c3f59b1269a8" providerId="ADAL" clId="{3E916400-3762-4589-B0D9-753CC661AAAF}" dt="2025-09-14T04:07:40.340" v="182" actId="948"/>
          <ac:spMkLst>
            <pc:docMk/>
            <pc:sldMk cId="0" sldId="262"/>
            <ac:spMk id="14339" creationId="{00000000-0000-0000-0000-000000000000}"/>
          </ac:spMkLst>
        </pc:spChg>
        <pc:spChg chg="mod">
          <ac:chgData name="Dr. Ashish Kumar Srivastava [MU - Jaipur]" userId="1d741576-bebf-490e-a489-c3f59b1269a8" providerId="ADAL" clId="{3E916400-3762-4589-B0D9-753CC661AAAF}" dt="2025-09-14T04:09:43.372" v="192" actId="5793"/>
          <ac:spMkLst>
            <pc:docMk/>
            <pc:sldMk cId="0" sldId="262"/>
            <ac:spMk id="23559" creationId="{00000000-0000-0000-0000-000000000000}"/>
          </ac:spMkLst>
        </pc:spChg>
        <pc:picChg chg="del">
          <ac:chgData name="Dr. Ashish Kumar Srivastava [MU - Jaipur]" userId="1d741576-bebf-490e-a489-c3f59b1269a8" providerId="ADAL" clId="{3E916400-3762-4589-B0D9-753CC661AAAF}" dt="2025-09-14T04:02:43.389" v="123" actId="478"/>
          <ac:picMkLst>
            <pc:docMk/>
            <pc:sldMk cId="0" sldId="262"/>
            <ac:picMk id="3" creationId="{C7172D90-EFB9-4C55-CF45-2DCD523EAA2F}"/>
          </ac:picMkLst>
        </pc:picChg>
        <pc:picChg chg="add mod">
          <ac:chgData name="Dr. Ashish Kumar Srivastava [MU - Jaipur]" userId="1d741576-bebf-490e-a489-c3f59b1269a8" providerId="ADAL" clId="{3E916400-3762-4589-B0D9-753CC661AAAF}" dt="2025-09-14T04:08:38.754" v="187" actId="1076"/>
          <ac:picMkLst>
            <pc:docMk/>
            <pc:sldMk cId="0" sldId="262"/>
            <ac:picMk id="4" creationId="{5C7C436F-83C4-F219-4D2A-1721F26B7744}"/>
          </ac:picMkLst>
        </pc:picChg>
      </pc:sldChg>
      <pc:sldChg chg="addSp delSp modSp del mod">
        <pc:chgData name="Dr. Ashish Kumar Srivastava [MU - Jaipur]" userId="1d741576-bebf-490e-a489-c3f59b1269a8" providerId="ADAL" clId="{3E916400-3762-4589-B0D9-753CC661AAAF}" dt="2025-09-14T05:58:29.949" v="958" actId="2696"/>
        <pc:sldMkLst>
          <pc:docMk/>
          <pc:sldMk cId="0" sldId="264"/>
        </pc:sldMkLst>
        <pc:spChg chg="mod">
          <ac:chgData name="Dr. Ashish Kumar Srivastava [MU - Jaipur]" userId="1d741576-bebf-490e-a489-c3f59b1269a8" providerId="ADAL" clId="{3E916400-3762-4589-B0D9-753CC661AAAF}" dt="2025-09-14T04:10:27.325" v="218" actId="255"/>
          <ac:spMkLst>
            <pc:docMk/>
            <pc:sldMk cId="0" sldId="264"/>
            <ac:spMk id="5" creationId="{D1DF21EB-D817-461C-AFB5-AC95F3061B38}"/>
          </ac:spMkLst>
        </pc:spChg>
        <pc:spChg chg="mod">
          <ac:chgData name="Dr. Ashish Kumar Srivastava [MU - Jaipur]" userId="1d741576-bebf-490e-a489-c3f59b1269a8" providerId="ADAL" clId="{3E916400-3762-4589-B0D9-753CC661AAAF}" dt="2025-09-14T04:10:15.057" v="216" actId="20577"/>
          <ac:spMkLst>
            <pc:docMk/>
            <pc:sldMk cId="0" sldId="264"/>
            <ac:spMk id="24582" creationId="{00000000-0000-0000-0000-000000000000}"/>
          </ac:spMkLst>
        </pc:spChg>
        <pc:picChg chg="del">
          <ac:chgData name="Dr. Ashish Kumar Srivastava [MU - Jaipur]" userId="1d741576-bebf-490e-a489-c3f59b1269a8" providerId="ADAL" clId="{3E916400-3762-4589-B0D9-753CC661AAAF}" dt="2025-09-14T04:10:29.944" v="219" actId="478"/>
          <ac:picMkLst>
            <pc:docMk/>
            <pc:sldMk cId="0" sldId="264"/>
            <ac:picMk id="3" creationId="{10763CB9-485B-008A-904A-E2F1F138C5C0}"/>
          </ac:picMkLst>
        </pc:picChg>
        <pc:picChg chg="add mod">
          <ac:chgData name="Dr. Ashish Kumar Srivastava [MU - Jaipur]" userId="1d741576-bebf-490e-a489-c3f59b1269a8" providerId="ADAL" clId="{3E916400-3762-4589-B0D9-753CC661AAAF}" dt="2025-09-14T04:10:55.360" v="223" actId="1076"/>
          <ac:picMkLst>
            <pc:docMk/>
            <pc:sldMk cId="0" sldId="264"/>
            <ac:picMk id="4" creationId="{12825941-2CF3-55F0-BAAC-2DAFCD4BE522}"/>
          </ac:picMkLst>
        </pc:picChg>
      </pc:sldChg>
      <pc:sldChg chg="addSp delSp modSp del mod">
        <pc:chgData name="Dr. Ashish Kumar Srivastava [MU - Jaipur]" userId="1d741576-bebf-490e-a489-c3f59b1269a8" providerId="ADAL" clId="{3E916400-3762-4589-B0D9-753CC661AAAF}" dt="2025-09-15T10:34:59.967" v="3409" actId="47"/>
        <pc:sldMkLst>
          <pc:docMk/>
          <pc:sldMk cId="0" sldId="268"/>
        </pc:sldMkLst>
        <pc:spChg chg="mod">
          <ac:chgData name="Dr. Ashish Kumar Srivastava [MU - Jaipur]" userId="1d741576-bebf-490e-a489-c3f59b1269a8" providerId="ADAL" clId="{3E916400-3762-4589-B0D9-753CC661AAAF}" dt="2025-09-15T08:47:15.050" v="3208" actId="20577"/>
          <ac:spMkLst>
            <pc:docMk/>
            <pc:sldMk cId="0" sldId="268"/>
            <ac:spMk id="5" creationId="{323F5EF3-2ED5-A31B-FC59-3266C9C3C625}"/>
          </ac:spMkLst>
        </pc:spChg>
        <pc:spChg chg="mod">
          <ac:chgData name="Dr. Ashish Kumar Srivastava [MU - Jaipur]" userId="1d741576-bebf-490e-a489-c3f59b1269a8" providerId="ADAL" clId="{3E916400-3762-4589-B0D9-753CC661AAAF}" dt="2025-09-15T08:46:52.910" v="3200" actId="20577"/>
          <ac:spMkLst>
            <pc:docMk/>
            <pc:sldMk cId="0" sldId="268"/>
            <ac:spMk id="25603" creationId="{00000000-0000-0000-0000-000000000000}"/>
          </ac:spMkLst>
        </pc:spChg>
        <pc:graphicFrameChg chg="del">
          <ac:chgData name="Dr. Ashish Kumar Srivastava [MU - Jaipur]" userId="1d741576-bebf-490e-a489-c3f59b1269a8" providerId="ADAL" clId="{3E916400-3762-4589-B0D9-753CC661AAAF}" dt="2025-09-14T04:27:05.464" v="225" actId="21"/>
          <ac:graphicFrameMkLst>
            <pc:docMk/>
            <pc:sldMk cId="0" sldId="268"/>
            <ac:graphicFrameMk id="6" creationId="{6DFEBFF1-E10B-723A-9046-22BB21A0320F}"/>
          </ac:graphicFrameMkLst>
        </pc:graphicFrameChg>
        <pc:picChg chg="add del mod">
          <ac:chgData name="Dr. Ashish Kumar Srivastava [MU - Jaipur]" userId="1d741576-bebf-490e-a489-c3f59b1269a8" providerId="ADAL" clId="{3E916400-3762-4589-B0D9-753CC661AAAF}" dt="2025-09-14T09:59:02.932" v="977" actId="478"/>
          <ac:picMkLst>
            <pc:docMk/>
            <pc:sldMk cId="0" sldId="268"/>
            <ac:picMk id="3" creationId="{EB75C094-2576-7CF7-AF87-BA0B14D37D6B}"/>
          </ac:picMkLst>
        </pc:picChg>
        <pc:picChg chg="add del mod">
          <ac:chgData name="Dr. Ashish Kumar Srivastava [MU - Jaipur]" userId="1d741576-bebf-490e-a489-c3f59b1269a8" providerId="ADAL" clId="{3E916400-3762-4589-B0D9-753CC661AAAF}" dt="2025-09-15T08:47:18.340" v="3209" actId="478"/>
          <ac:picMkLst>
            <pc:docMk/>
            <pc:sldMk cId="0" sldId="268"/>
            <ac:picMk id="4" creationId="{8941A9BC-FEF0-8C36-516A-972F48FE867A}"/>
          </ac:picMkLst>
        </pc:picChg>
        <pc:picChg chg="add del mod">
          <ac:chgData name="Dr. Ashish Kumar Srivastava [MU - Jaipur]" userId="1d741576-bebf-490e-a489-c3f59b1269a8" providerId="ADAL" clId="{3E916400-3762-4589-B0D9-753CC661AAAF}" dt="2025-09-14T09:59:07.725" v="979" actId="478"/>
          <ac:picMkLst>
            <pc:docMk/>
            <pc:sldMk cId="0" sldId="268"/>
            <ac:picMk id="7" creationId="{2BEED575-4DC1-2F6A-D257-5B139C3760C3}"/>
          </ac:picMkLst>
        </pc:picChg>
        <pc:picChg chg="add del mod">
          <ac:chgData name="Dr. Ashish Kumar Srivastava [MU - Jaipur]" userId="1d741576-bebf-490e-a489-c3f59b1269a8" providerId="ADAL" clId="{3E916400-3762-4589-B0D9-753CC661AAAF}" dt="2025-09-15T08:47:19.121" v="3210" actId="478"/>
          <ac:picMkLst>
            <pc:docMk/>
            <pc:sldMk cId="0" sldId="268"/>
            <ac:picMk id="8" creationId="{4C7F2B31-63C8-29F0-E716-5B5AD87D698F}"/>
          </ac:picMkLst>
        </pc:picChg>
        <pc:picChg chg="add del mod">
          <ac:chgData name="Dr. Ashish Kumar Srivastava [MU - Jaipur]" userId="1d741576-bebf-490e-a489-c3f59b1269a8" providerId="ADAL" clId="{3E916400-3762-4589-B0D9-753CC661AAAF}" dt="2025-09-14T09:59:05.565" v="978" actId="478"/>
          <ac:picMkLst>
            <pc:docMk/>
            <pc:sldMk cId="0" sldId="268"/>
            <ac:picMk id="9" creationId="{91ABB1A7-B6F7-1B16-1B54-91A87057A47C}"/>
          </ac:picMkLst>
        </pc:picChg>
        <pc:picChg chg="add mod">
          <ac:chgData name="Dr. Ashish Kumar Srivastava [MU - Jaipur]" userId="1d741576-bebf-490e-a489-c3f59b1269a8" providerId="ADAL" clId="{3E916400-3762-4589-B0D9-753CC661AAAF}" dt="2025-09-14T04:28:30.667" v="233"/>
          <ac:picMkLst>
            <pc:docMk/>
            <pc:sldMk cId="0" sldId="268"/>
            <ac:picMk id="10" creationId="{D9537741-B9AA-F154-14A6-6E453FC8285A}"/>
          </ac:picMkLst>
        </pc:picChg>
        <pc:picChg chg="add del mod">
          <ac:chgData name="Dr. Ashish Kumar Srivastava [MU - Jaipur]" userId="1d741576-bebf-490e-a489-c3f59b1269a8" providerId="ADAL" clId="{3E916400-3762-4589-B0D9-753CC661AAAF}" dt="2025-09-14T09:59:00.265" v="976" actId="478"/>
          <ac:picMkLst>
            <pc:docMk/>
            <pc:sldMk cId="0" sldId="268"/>
            <ac:picMk id="11" creationId="{9C002766-96E5-2EE2-0C47-E06A889D2C8B}"/>
          </ac:picMkLst>
        </pc:picChg>
      </pc:sldChg>
      <pc:sldChg chg="addSp delSp modSp del mod">
        <pc:chgData name="Dr. Ashish Kumar Srivastava [MU - Jaipur]" userId="1d741576-bebf-490e-a489-c3f59b1269a8" providerId="ADAL" clId="{3E916400-3762-4589-B0D9-753CC661AAAF}" dt="2025-09-14T05:58:29.949" v="958" actId="2696"/>
        <pc:sldMkLst>
          <pc:docMk/>
          <pc:sldMk cId="0" sldId="321"/>
        </pc:sldMkLst>
        <pc:spChg chg="mod">
          <ac:chgData name="Dr. Ashish Kumar Srivastava [MU - Jaipur]" userId="1d741576-bebf-490e-a489-c3f59b1269a8" providerId="ADAL" clId="{3E916400-3762-4589-B0D9-753CC661AAAF}" dt="2025-09-14T03:57:56.652" v="10"/>
          <ac:spMkLst>
            <pc:docMk/>
            <pc:sldMk cId="0" sldId="321"/>
            <ac:spMk id="3" creationId="{00000000-0000-0000-0000-000000000000}"/>
          </ac:spMkLst>
        </pc:spChg>
        <pc:spChg chg="mod">
          <ac:chgData name="Dr. Ashish Kumar Srivastava [MU - Jaipur]" userId="1d741576-bebf-490e-a489-c3f59b1269a8" providerId="ADAL" clId="{3E916400-3762-4589-B0D9-753CC661AAAF}" dt="2025-09-14T03:59:37.880" v="110" actId="20577"/>
          <ac:spMkLst>
            <pc:docMk/>
            <pc:sldMk cId="0" sldId="321"/>
            <ac:spMk id="15" creationId="{64CFF588-07B6-E031-3474-01C44FF5E0BC}"/>
          </ac:spMkLst>
        </pc:spChg>
        <pc:picChg chg="add mod">
          <ac:chgData name="Dr. Ashish Kumar Srivastava [MU - Jaipur]" userId="1d741576-bebf-490e-a489-c3f59b1269a8" providerId="ADAL" clId="{3E916400-3762-4589-B0D9-753CC661AAAF}" dt="2025-09-14T04:01:22.923" v="115" actId="1076"/>
          <ac:picMkLst>
            <pc:docMk/>
            <pc:sldMk cId="0" sldId="321"/>
            <ac:picMk id="4" creationId="{84AFECF2-FEF6-4203-CB1C-F6873A1658BC}"/>
          </ac:picMkLst>
        </pc:picChg>
        <pc:picChg chg="add mod">
          <ac:chgData name="Dr. Ashish Kumar Srivastava [MU - Jaipur]" userId="1d741576-bebf-490e-a489-c3f59b1269a8" providerId="ADAL" clId="{3E916400-3762-4589-B0D9-753CC661AAAF}" dt="2025-09-14T04:01:58.958" v="121" actId="1076"/>
          <ac:picMkLst>
            <pc:docMk/>
            <pc:sldMk cId="0" sldId="321"/>
            <ac:picMk id="6" creationId="{166BBBED-1EFB-0EF7-7704-4C6F15769B49}"/>
          </ac:picMkLst>
        </pc:picChg>
        <pc:picChg chg="del">
          <ac:chgData name="Dr. Ashish Kumar Srivastava [MU - Jaipur]" userId="1d741576-bebf-490e-a489-c3f59b1269a8" providerId="ADAL" clId="{3E916400-3762-4589-B0D9-753CC661AAAF}" dt="2025-09-14T04:01:14.749" v="112" actId="478"/>
          <ac:picMkLst>
            <pc:docMk/>
            <pc:sldMk cId="0" sldId="321"/>
            <ac:picMk id="7" creationId="{58423029-191B-3F80-5889-955C2CABE437}"/>
          </ac:picMkLst>
        </pc:picChg>
        <pc:picChg chg="del">
          <ac:chgData name="Dr. Ashish Kumar Srivastava [MU - Jaipur]" userId="1d741576-bebf-490e-a489-c3f59b1269a8" providerId="ADAL" clId="{3E916400-3762-4589-B0D9-753CC661AAAF}" dt="2025-09-14T04:01:24.506" v="116" actId="478"/>
          <ac:picMkLst>
            <pc:docMk/>
            <pc:sldMk cId="0" sldId="321"/>
            <ac:picMk id="11" creationId="{0AE57CF6-8C35-05E7-763A-AF1B46C9388B}"/>
          </ac:picMkLst>
        </pc:picChg>
      </pc:sldChg>
      <pc:sldChg chg="addSp delSp modSp del mod modClrScheme chgLayout">
        <pc:chgData name="Dr. Ashish Kumar Srivastava [MU - Jaipur]" userId="1d741576-bebf-490e-a489-c3f59b1269a8" providerId="ADAL" clId="{3E916400-3762-4589-B0D9-753CC661AAAF}" dt="2025-09-14T05:20:29.171" v="875" actId="2696"/>
        <pc:sldMkLst>
          <pc:docMk/>
          <pc:sldMk cId="223179651" sldId="324"/>
        </pc:sldMkLst>
        <pc:spChg chg="mod">
          <ac:chgData name="Dr. Ashish Kumar Srivastava [MU - Jaipur]" userId="1d741576-bebf-490e-a489-c3f59b1269a8" providerId="ADAL" clId="{3E916400-3762-4589-B0D9-753CC661AAAF}" dt="2025-09-14T04:35:47.500" v="258" actId="26606"/>
          <ac:spMkLst>
            <pc:docMk/>
            <pc:sldMk cId="223179651" sldId="324"/>
            <ac:spMk id="2" creationId="{87AD76CD-A253-9EAF-233A-9426058C95BA}"/>
          </ac:spMkLst>
        </pc:spChg>
        <pc:spChg chg="mod">
          <ac:chgData name="Dr. Ashish Kumar Srivastava [MU - Jaipur]" userId="1d741576-bebf-490e-a489-c3f59b1269a8" providerId="ADAL" clId="{3E916400-3762-4589-B0D9-753CC661AAAF}" dt="2025-09-14T04:35:47.500" v="258" actId="26606"/>
          <ac:spMkLst>
            <pc:docMk/>
            <pc:sldMk cId="223179651" sldId="324"/>
            <ac:spMk id="3" creationId="{CD4A9EF7-E619-3CE4-928A-1EF97F5A54D9}"/>
          </ac:spMkLst>
        </pc:spChg>
        <pc:picChg chg="del">
          <ac:chgData name="Dr. Ashish Kumar Srivastava [MU - Jaipur]" userId="1d741576-bebf-490e-a489-c3f59b1269a8" providerId="ADAL" clId="{3E916400-3762-4589-B0D9-753CC661AAAF}" dt="2025-09-14T04:29:02.517" v="239" actId="478"/>
          <ac:picMkLst>
            <pc:docMk/>
            <pc:sldMk cId="223179651" sldId="324"/>
            <ac:picMk id="5" creationId="{494A3F5E-F1C5-CE3E-117D-B31E8F37AD8A}"/>
          </ac:picMkLst>
        </pc:picChg>
        <pc:picChg chg="add mod modCrop">
          <ac:chgData name="Dr. Ashish Kumar Srivastava [MU - Jaipur]" userId="1d741576-bebf-490e-a489-c3f59b1269a8" providerId="ADAL" clId="{3E916400-3762-4589-B0D9-753CC661AAAF}" dt="2025-09-14T04:35:59.576" v="261" actId="14100"/>
          <ac:picMkLst>
            <pc:docMk/>
            <pc:sldMk cId="223179651" sldId="324"/>
            <ac:picMk id="6" creationId="{046945D2-D7C5-6731-4556-82C5C70E2F50}"/>
          </ac:picMkLst>
        </pc:picChg>
      </pc:sldChg>
      <pc:sldChg chg="add del">
        <pc:chgData name="Dr. Ashish Kumar Srivastava [MU - Jaipur]" userId="1d741576-bebf-490e-a489-c3f59b1269a8" providerId="ADAL" clId="{3E916400-3762-4589-B0D9-753CC661AAAF}" dt="2025-09-15T08:49:59.989" v="3227" actId="47"/>
        <pc:sldMkLst>
          <pc:docMk/>
          <pc:sldMk cId="3491568835" sldId="324"/>
        </pc:sldMkLst>
      </pc:sldChg>
      <pc:sldChg chg="addSp delSp modSp del mod">
        <pc:chgData name="Dr. Ashish Kumar Srivastava [MU - Jaipur]" userId="1d741576-bebf-490e-a489-c3f59b1269a8" providerId="ADAL" clId="{3E916400-3762-4589-B0D9-753CC661AAAF}" dt="2025-09-15T08:50:02.268" v="3229" actId="47"/>
        <pc:sldMkLst>
          <pc:docMk/>
          <pc:sldMk cId="4018910586" sldId="325"/>
        </pc:sldMkLst>
        <pc:spChg chg="mod">
          <ac:chgData name="Dr. Ashish Kumar Srivastava [MU - Jaipur]" userId="1d741576-bebf-490e-a489-c3f59b1269a8" providerId="ADAL" clId="{3E916400-3762-4589-B0D9-753CC661AAAF}" dt="2025-09-14T04:42:04.313" v="479" actId="6549"/>
          <ac:spMkLst>
            <pc:docMk/>
            <pc:sldMk cId="4018910586" sldId="325"/>
            <ac:spMk id="3" creationId="{CDFA4173-FEC9-2C65-5410-722FB456FA7E}"/>
          </ac:spMkLst>
        </pc:spChg>
        <pc:spChg chg="add mod">
          <ac:chgData name="Dr. Ashish Kumar Srivastava [MU - Jaipur]" userId="1d741576-bebf-490e-a489-c3f59b1269a8" providerId="ADAL" clId="{3E916400-3762-4589-B0D9-753CC661AAAF}" dt="2025-09-14T04:42:09.395" v="481" actId="6549"/>
          <ac:spMkLst>
            <pc:docMk/>
            <pc:sldMk cId="4018910586" sldId="325"/>
            <ac:spMk id="4" creationId="{D2B0E54F-D998-859A-9849-F69F7353A0D6}"/>
          </ac:spMkLst>
        </pc:spChg>
        <pc:spChg chg="del">
          <ac:chgData name="Dr. Ashish Kumar Srivastava [MU - Jaipur]" userId="1d741576-bebf-490e-a489-c3f59b1269a8" providerId="ADAL" clId="{3E916400-3762-4589-B0D9-753CC661AAAF}" dt="2025-09-14T04:36:54.762" v="266" actId="21"/>
          <ac:spMkLst>
            <pc:docMk/>
            <pc:sldMk cId="4018910586" sldId="325"/>
            <ac:spMk id="15" creationId="{ABB16EED-793E-0910-9E87-540ED5D9E8C5}"/>
          </ac:spMkLst>
        </pc:spChg>
        <pc:spChg chg="del">
          <ac:chgData name="Dr. Ashish Kumar Srivastava [MU - Jaipur]" userId="1d741576-bebf-490e-a489-c3f59b1269a8" providerId="ADAL" clId="{3E916400-3762-4589-B0D9-753CC661AAAF}" dt="2025-09-14T04:36:58.312" v="268" actId="478"/>
          <ac:spMkLst>
            <pc:docMk/>
            <pc:sldMk cId="4018910586" sldId="325"/>
            <ac:spMk id="16" creationId="{1B8C35AA-BDF6-390C-E469-BBB68691F5B6}"/>
          </ac:spMkLst>
        </pc:spChg>
        <pc:spChg chg="del">
          <ac:chgData name="Dr. Ashish Kumar Srivastava [MU - Jaipur]" userId="1d741576-bebf-490e-a489-c3f59b1269a8" providerId="ADAL" clId="{3E916400-3762-4589-B0D9-753CC661AAAF}" dt="2025-09-14T04:37:01.343" v="270" actId="478"/>
          <ac:spMkLst>
            <pc:docMk/>
            <pc:sldMk cId="4018910586" sldId="325"/>
            <ac:spMk id="17" creationId="{4D3D9F93-28E8-6EAC-3F97-938E2E95F103}"/>
          </ac:spMkLst>
        </pc:spChg>
        <pc:spChg chg="del">
          <ac:chgData name="Dr. Ashish Kumar Srivastava [MU - Jaipur]" userId="1d741576-bebf-490e-a489-c3f59b1269a8" providerId="ADAL" clId="{3E916400-3762-4589-B0D9-753CC661AAAF}" dt="2025-09-14T04:36:56.764" v="267" actId="478"/>
          <ac:spMkLst>
            <pc:docMk/>
            <pc:sldMk cId="4018910586" sldId="325"/>
            <ac:spMk id="18" creationId="{BE784E2B-3B55-8E2F-42D2-991949EBA47E}"/>
          </ac:spMkLst>
        </pc:spChg>
        <pc:spChg chg="del">
          <ac:chgData name="Dr. Ashish Kumar Srivastava [MU - Jaipur]" userId="1d741576-bebf-490e-a489-c3f59b1269a8" providerId="ADAL" clId="{3E916400-3762-4589-B0D9-753CC661AAAF}" dt="2025-09-14T04:36:59.925" v="269" actId="478"/>
          <ac:spMkLst>
            <pc:docMk/>
            <pc:sldMk cId="4018910586" sldId="325"/>
            <ac:spMk id="20" creationId="{9D8BA57B-C2E1-9E2E-6707-779DF744C089}"/>
          </ac:spMkLst>
        </pc:spChg>
        <pc:spChg chg="del">
          <ac:chgData name="Dr. Ashish Kumar Srivastava [MU - Jaipur]" userId="1d741576-bebf-490e-a489-c3f59b1269a8" providerId="ADAL" clId="{3E916400-3762-4589-B0D9-753CC661AAAF}" dt="2025-09-14T04:37:02.360" v="271" actId="478"/>
          <ac:spMkLst>
            <pc:docMk/>
            <pc:sldMk cId="4018910586" sldId="325"/>
            <ac:spMk id="21" creationId="{D81FCDBE-17EC-B4A2-39D3-CA32CE9CD891}"/>
          </ac:spMkLst>
        </pc:spChg>
        <pc:cxnChg chg="del mod">
          <ac:chgData name="Dr. Ashish Kumar Srivastava [MU - Jaipur]" userId="1d741576-bebf-490e-a489-c3f59b1269a8" providerId="ADAL" clId="{3E916400-3762-4589-B0D9-753CC661AAAF}" dt="2025-09-14T04:36:49.816" v="265" actId="478"/>
          <ac:cxnSpMkLst>
            <pc:docMk/>
            <pc:sldMk cId="4018910586" sldId="325"/>
            <ac:cxnSpMk id="5" creationId="{A78BE344-2C4C-6E8F-CC56-F774802449F6}"/>
          </ac:cxnSpMkLst>
        </pc:cxnChg>
      </pc:sldChg>
      <pc:sldChg chg="addSp delSp modSp del mod">
        <pc:chgData name="Dr. Ashish Kumar Srivastava [MU - Jaipur]" userId="1d741576-bebf-490e-a489-c3f59b1269a8" providerId="ADAL" clId="{3E916400-3762-4589-B0D9-753CC661AAAF}" dt="2025-09-15T08:50:02.860" v="3230" actId="47"/>
        <pc:sldMkLst>
          <pc:docMk/>
          <pc:sldMk cId="2939275083" sldId="326"/>
        </pc:sldMkLst>
        <pc:spChg chg="mod">
          <ac:chgData name="Dr. Ashish Kumar Srivastava [MU - Jaipur]" userId="1d741576-bebf-490e-a489-c3f59b1269a8" providerId="ADAL" clId="{3E916400-3762-4589-B0D9-753CC661AAAF}" dt="2025-09-14T04:42:50.631" v="483" actId="255"/>
          <ac:spMkLst>
            <pc:docMk/>
            <pc:sldMk cId="2939275083" sldId="326"/>
            <ac:spMk id="2" creationId="{5EF8B9FA-6A58-A1BF-30D8-6C07685CA75C}"/>
          </ac:spMkLst>
        </pc:spChg>
        <pc:spChg chg="mod">
          <ac:chgData name="Dr. Ashish Kumar Srivastava [MU - Jaipur]" userId="1d741576-bebf-490e-a489-c3f59b1269a8" providerId="ADAL" clId="{3E916400-3762-4589-B0D9-753CC661AAAF}" dt="2025-09-14T05:04:36.054" v="864" actId="20577"/>
          <ac:spMkLst>
            <pc:docMk/>
            <pc:sldMk cId="2939275083" sldId="326"/>
            <ac:spMk id="3" creationId="{47F3DC56-A94C-3264-5E04-6D90FE8F8782}"/>
          </ac:spMkLst>
        </pc:spChg>
        <pc:spChg chg="add del mod">
          <ac:chgData name="Dr. Ashish Kumar Srivastava [MU - Jaipur]" userId="1d741576-bebf-490e-a489-c3f59b1269a8" providerId="ADAL" clId="{3E916400-3762-4589-B0D9-753CC661AAAF}" dt="2025-09-14T04:45:24.336" v="529" actId="21"/>
          <ac:spMkLst>
            <pc:docMk/>
            <pc:sldMk cId="2939275083" sldId="326"/>
            <ac:spMk id="6" creationId="{0653A2DC-6A2E-73F4-E9E8-5AD5B590A82C}"/>
          </ac:spMkLst>
        </pc:spChg>
        <pc:picChg chg="del">
          <ac:chgData name="Dr. Ashish Kumar Srivastava [MU - Jaipur]" userId="1d741576-bebf-490e-a489-c3f59b1269a8" providerId="ADAL" clId="{3E916400-3762-4589-B0D9-753CC661AAAF}" dt="2025-09-14T04:42:54.134" v="484" actId="478"/>
          <ac:picMkLst>
            <pc:docMk/>
            <pc:sldMk cId="2939275083" sldId="326"/>
            <ac:picMk id="5" creationId="{6F17B555-07A1-4FDC-0239-4E71AB9816D2}"/>
          </ac:picMkLst>
        </pc:picChg>
      </pc:sldChg>
      <pc:sldChg chg="addSp delSp modSp del mod">
        <pc:chgData name="Dr. Ashish Kumar Srivastava [MU - Jaipur]" userId="1d741576-bebf-490e-a489-c3f59b1269a8" providerId="ADAL" clId="{3E916400-3762-4589-B0D9-753CC661AAAF}" dt="2025-09-14T05:22:37.516" v="876" actId="2696"/>
        <pc:sldMkLst>
          <pc:docMk/>
          <pc:sldMk cId="2095393794" sldId="327"/>
        </pc:sldMkLst>
        <pc:spChg chg="mod">
          <ac:chgData name="Dr. Ashish Kumar Srivastava [MU - Jaipur]" userId="1d741576-bebf-490e-a489-c3f59b1269a8" providerId="ADAL" clId="{3E916400-3762-4589-B0D9-753CC661AAAF}" dt="2025-09-14T04:46:06.089" v="538"/>
          <ac:spMkLst>
            <pc:docMk/>
            <pc:sldMk cId="2095393794" sldId="327"/>
            <ac:spMk id="2" creationId="{45E82064-1346-7F12-A590-62B0F6D7E30B}"/>
          </ac:spMkLst>
        </pc:spChg>
        <pc:spChg chg="del mod">
          <ac:chgData name="Dr. Ashish Kumar Srivastava [MU - Jaipur]" userId="1d741576-bebf-490e-a489-c3f59b1269a8" providerId="ADAL" clId="{3E916400-3762-4589-B0D9-753CC661AAAF}" dt="2025-09-14T04:45:38.565" v="533" actId="21"/>
          <ac:spMkLst>
            <pc:docMk/>
            <pc:sldMk cId="2095393794" sldId="327"/>
            <ac:spMk id="3" creationId="{B38A0715-A4B0-C11E-F168-1914BA0584D5}"/>
          </ac:spMkLst>
        </pc:spChg>
        <pc:spChg chg="add mod">
          <ac:chgData name="Dr. Ashish Kumar Srivastava [MU - Jaipur]" userId="1d741576-bebf-490e-a489-c3f59b1269a8" providerId="ADAL" clId="{3E916400-3762-4589-B0D9-753CC661AAAF}" dt="2025-09-14T04:58:50.395" v="791" actId="20577"/>
          <ac:spMkLst>
            <pc:docMk/>
            <pc:sldMk cId="2095393794" sldId="327"/>
            <ac:spMk id="6" creationId="{0653A2DC-6A2E-73F4-E9E8-5AD5B590A82C}"/>
          </ac:spMkLst>
        </pc:spChg>
        <pc:spChg chg="add del mod">
          <ac:chgData name="Dr. Ashish Kumar Srivastava [MU - Jaipur]" userId="1d741576-bebf-490e-a489-c3f59b1269a8" providerId="ADAL" clId="{3E916400-3762-4589-B0D9-753CC661AAAF}" dt="2025-09-14T04:45:57.908" v="535" actId="478"/>
          <ac:spMkLst>
            <pc:docMk/>
            <pc:sldMk cId="2095393794" sldId="327"/>
            <ac:spMk id="7" creationId="{6C64B780-7DCE-9F12-9B55-5A5ABD238366}"/>
          </ac:spMkLst>
        </pc:spChg>
        <pc:picChg chg="del">
          <ac:chgData name="Dr. Ashish Kumar Srivastava [MU - Jaipur]" userId="1d741576-bebf-490e-a489-c3f59b1269a8" providerId="ADAL" clId="{3E916400-3762-4589-B0D9-753CC661AAAF}" dt="2025-09-14T04:45:32.245" v="531" actId="478"/>
          <ac:picMkLst>
            <pc:docMk/>
            <pc:sldMk cId="2095393794" sldId="327"/>
            <ac:picMk id="5" creationId="{94DCCA0B-58DA-9ED2-F3B7-37FDBBF3AB51}"/>
          </ac:picMkLst>
        </pc:picChg>
      </pc:sldChg>
      <pc:sldChg chg="addSp delSp modSp del mod">
        <pc:chgData name="Dr. Ashish Kumar Srivastava [MU - Jaipur]" userId="1d741576-bebf-490e-a489-c3f59b1269a8" providerId="ADAL" clId="{3E916400-3762-4589-B0D9-753CC661AAAF}" dt="2025-09-14T05:31:04.142" v="950" actId="47"/>
        <pc:sldMkLst>
          <pc:docMk/>
          <pc:sldMk cId="3267038010" sldId="328"/>
        </pc:sldMkLst>
        <pc:spChg chg="mod">
          <ac:chgData name="Dr. Ashish Kumar Srivastava [MU - Jaipur]" userId="1d741576-bebf-490e-a489-c3f59b1269a8" providerId="ADAL" clId="{3E916400-3762-4589-B0D9-753CC661AAAF}" dt="2025-09-14T04:47:14.688" v="542"/>
          <ac:spMkLst>
            <pc:docMk/>
            <pc:sldMk cId="3267038010" sldId="328"/>
            <ac:spMk id="2" creationId="{5D217755-A76F-FA06-F946-315A7CB46ADB}"/>
          </ac:spMkLst>
        </pc:spChg>
        <pc:spChg chg="del">
          <ac:chgData name="Dr. Ashish Kumar Srivastava [MU - Jaipur]" userId="1d741576-bebf-490e-a489-c3f59b1269a8" providerId="ADAL" clId="{3E916400-3762-4589-B0D9-753CC661AAAF}" dt="2025-09-14T04:47:21.763" v="544" actId="21"/>
          <ac:spMkLst>
            <pc:docMk/>
            <pc:sldMk cId="3267038010" sldId="328"/>
            <ac:spMk id="3" creationId="{B34BFFC5-A340-BD94-F205-BA0C9A72B7E4}"/>
          </ac:spMkLst>
        </pc:spChg>
        <pc:spChg chg="add mod">
          <ac:chgData name="Dr. Ashish Kumar Srivastava [MU - Jaipur]" userId="1d741576-bebf-490e-a489-c3f59b1269a8" providerId="ADAL" clId="{3E916400-3762-4589-B0D9-753CC661AAAF}" dt="2025-09-14T04:47:51.105" v="554" actId="255"/>
          <ac:spMkLst>
            <pc:docMk/>
            <pc:sldMk cId="3267038010" sldId="328"/>
            <ac:spMk id="6" creationId="{56F694BC-A98E-B228-0B63-14D4CF2B6B01}"/>
          </ac:spMkLst>
        </pc:spChg>
        <pc:spChg chg="add mod">
          <ac:chgData name="Dr. Ashish Kumar Srivastava [MU - Jaipur]" userId="1d741576-bebf-490e-a489-c3f59b1269a8" providerId="ADAL" clId="{3E916400-3762-4589-B0D9-753CC661AAAF}" dt="2025-09-14T04:49:31.094" v="572" actId="5793"/>
          <ac:spMkLst>
            <pc:docMk/>
            <pc:sldMk cId="3267038010" sldId="328"/>
            <ac:spMk id="8" creationId="{758A0F87-5FD6-18F8-86DA-8C8068477AEC}"/>
          </ac:spMkLst>
        </pc:spChg>
        <pc:picChg chg="del">
          <ac:chgData name="Dr. Ashish Kumar Srivastava [MU - Jaipur]" userId="1d741576-bebf-490e-a489-c3f59b1269a8" providerId="ADAL" clId="{3E916400-3762-4589-B0D9-753CC661AAAF}" dt="2025-09-14T04:47:18.881" v="543" actId="478"/>
          <ac:picMkLst>
            <pc:docMk/>
            <pc:sldMk cId="3267038010" sldId="328"/>
            <ac:picMk id="5" creationId="{728823CB-DB83-4C9B-DC8E-6F24D74CE792}"/>
          </ac:picMkLst>
        </pc:picChg>
      </pc:sldChg>
      <pc:sldChg chg="addSp delSp modSp del mod">
        <pc:chgData name="Dr. Ashish Kumar Srivastava [MU - Jaipur]" userId="1d741576-bebf-490e-a489-c3f59b1269a8" providerId="ADAL" clId="{3E916400-3762-4589-B0D9-753CC661AAAF}" dt="2025-09-14T05:31:06.003" v="951" actId="47"/>
        <pc:sldMkLst>
          <pc:docMk/>
          <pc:sldMk cId="4070718552" sldId="329"/>
        </pc:sldMkLst>
        <pc:spChg chg="del">
          <ac:chgData name="Dr. Ashish Kumar Srivastava [MU - Jaipur]" userId="1d741576-bebf-490e-a489-c3f59b1269a8" providerId="ADAL" clId="{3E916400-3762-4589-B0D9-753CC661AAAF}" dt="2025-09-14T04:49:48.157" v="576" actId="21"/>
          <ac:spMkLst>
            <pc:docMk/>
            <pc:sldMk cId="4070718552" sldId="329"/>
            <ac:spMk id="2" creationId="{2BF6D3AA-40CA-F4C9-8A56-4EF92D5B6D3C}"/>
          </ac:spMkLst>
        </pc:spChg>
        <pc:spChg chg="del mod">
          <ac:chgData name="Dr. Ashish Kumar Srivastava [MU - Jaipur]" userId="1d741576-bebf-490e-a489-c3f59b1269a8" providerId="ADAL" clId="{3E916400-3762-4589-B0D9-753CC661AAAF}" dt="2025-09-14T04:49:45.501" v="575" actId="21"/>
          <ac:spMkLst>
            <pc:docMk/>
            <pc:sldMk cId="4070718552" sldId="329"/>
            <ac:spMk id="3" creationId="{4E0879B4-F8A7-7170-7F3E-9C98F5BE4C61}"/>
          </ac:spMkLst>
        </pc:spChg>
        <pc:spChg chg="add mod">
          <ac:chgData name="Dr. Ashish Kumar Srivastava [MU - Jaipur]" userId="1d741576-bebf-490e-a489-c3f59b1269a8" providerId="ADAL" clId="{3E916400-3762-4589-B0D9-753CC661AAAF}" dt="2025-09-14T04:53:59.279" v="665" actId="1076"/>
          <ac:spMkLst>
            <pc:docMk/>
            <pc:sldMk cId="4070718552" sldId="329"/>
            <ac:spMk id="6" creationId="{23E0A82A-8061-3A45-CBA4-4250559FDA29}"/>
          </ac:spMkLst>
        </pc:spChg>
        <pc:spChg chg="add del mod">
          <ac:chgData name="Dr. Ashish Kumar Srivastava [MU - Jaipur]" userId="1d741576-bebf-490e-a489-c3f59b1269a8" providerId="ADAL" clId="{3E916400-3762-4589-B0D9-753CC661AAAF}" dt="2025-09-14T04:51:30.803" v="602" actId="478"/>
          <ac:spMkLst>
            <pc:docMk/>
            <pc:sldMk cId="4070718552" sldId="329"/>
            <ac:spMk id="8" creationId="{46ED07BD-A2ED-3BC0-D787-DF5D61C1F1BF}"/>
          </ac:spMkLst>
        </pc:spChg>
        <pc:picChg chg="del">
          <ac:chgData name="Dr. Ashish Kumar Srivastava [MU - Jaipur]" userId="1d741576-bebf-490e-a489-c3f59b1269a8" providerId="ADAL" clId="{3E916400-3762-4589-B0D9-753CC661AAAF}" dt="2025-09-14T04:49:41.285" v="573" actId="478"/>
          <ac:picMkLst>
            <pc:docMk/>
            <pc:sldMk cId="4070718552" sldId="329"/>
            <ac:picMk id="5" creationId="{B10CECCD-363E-E7BF-61D2-1B6D26938286}"/>
          </ac:picMkLst>
        </pc:picChg>
      </pc:sldChg>
      <pc:sldChg chg="modSp add del mod">
        <pc:chgData name="Dr. Ashish Kumar Srivastava [MU - Jaipur]" userId="1d741576-bebf-490e-a489-c3f59b1269a8" providerId="ADAL" clId="{3E916400-3762-4589-B0D9-753CC661AAAF}" dt="2025-09-14T05:31:07.739" v="952" actId="47"/>
        <pc:sldMkLst>
          <pc:docMk/>
          <pc:sldMk cId="3630873155" sldId="330"/>
        </pc:sldMkLst>
        <pc:spChg chg="mod">
          <ac:chgData name="Dr. Ashish Kumar Srivastava [MU - Jaipur]" userId="1d741576-bebf-490e-a489-c3f59b1269a8" providerId="ADAL" clId="{3E916400-3762-4589-B0D9-753CC661AAAF}" dt="2025-09-14T04:57:16.024" v="741" actId="20577"/>
          <ac:spMkLst>
            <pc:docMk/>
            <pc:sldMk cId="3630873155" sldId="330"/>
            <ac:spMk id="6" creationId="{0CE5FF9D-DFA0-C89B-1C03-671A28DFBAB9}"/>
          </ac:spMkLst>
        </pc:spChg>
      </pc:sldChg>
      <pc:sldChg chg="del">
        <pc:chgData name="Dr. Ashish Kumar Srivastava [MU - Jaipur]" userId="1d741576-bebf-490e-a489-c3f59b1269a8" providerId="ADAL" clId="{3E916400-3762-4589-B0D9-753CC661AAAF}" dt="2025-09-14T04:54:09.657" v="666" actId="47"/>
        <pc:sldMkLst>
          <pc:docMk/>
          <pc:sldMk cId="3950227926" sldId="330"/>
        </pc:sldMkLst>
      </pc:sldChg>
      <pc:sldChg chg="addSp delSp modSp new del mod">
        <pc:chgData name="Dr. Ashish Kumar Srivastava [MU - Jaipur]" userId="1d741576-bebf-490e-a489-c3f59b1269a8" providerId="ADAL" clId="{3E916400-3762-4589-B0D9-753CC661AAAF}" dt="2025-09-14T05:31:09.516" v="953" actId="47"/>
        <pc:sldMkLst>
          <pc:docMk/>
          <pc:sldMk cId="3597157367" sldId="331"/>
        </pc:sldMkLst>
        <pc:spChg chg="del">
          <ac:chgData name="Dr. Ashish Kumar Srivastava [MU - Jaipur]" userId="1d741576-bebf-490e-a489-c3f59b1269a8" providerId="ADAL" clId="{3E916400-3762-4589-B0D9-753CC661AAAF}" dt="2025-09-14T04:57:40.134" v="744" actId="478"/>
          <ac:spMkLst>
            <pc:docMk/>
            <pc:sldMk cId="3597157367" sldId="331"/>
            <ac:spMk id="2" creationId="{3F64BC30-1DC7-C8FF-EB77-AE642FA22CB9}"/>
          </ac:spMkLst>
        </pc:spChg>
        <pc:spChg chg="mod">
          <ac:chgData name="Dr. Ashish Kumar Srivastava [MU - Jaipur]" userId="1d741576-bebf-490e-a489-c3f59b1269a8" providerId="ADAL" clId="{3E916400-3762-4589-B0D9-753CC661AAAF}" dt="2025-09-14T04:58:37.218" v="790" actId="20577"/>
          <ac:spMkLst>
            <pc:docMk/>
            <pc:sldMk cId="3597157367" sldId="331"/>
            <ac:spMk id="3" creationId="{571710A1-4794-B08B-8C18-BA12DC160D77}"/>
          </ac:spMkLst>
        </pc:spChg>
        <pc:spChg chg="add del">
          <ac:chgData name="Dr. Ashish Kumar Srivastava [MU - Jaipur]" userId="1d741576-bebf-490e-a489-c3f59b1269a8" providerId="ADAL" clId="{3E916400-3762-4589-B0D9-753CC661AAAF}" dt="2025-09-14T05:25:19.564" v="878" actId="22"/>
          <ac:spMkLst>
            <pc:docMk/>
            <pc:sldMk cId="3597157367" sldId="331"/>
            <ac:spMk id="4" creationId="{7858014C-E6C8-CF80-4AFA-FD321A3EFE61}"/>
          </ac:spMkLst>
        </pc:spChg>
      </pc:sldChg>
      <pc:sldChg chg="add del">
        <pc:chgData name="Dr. Ashish Kumar Srivastava [MU - Jaipur]" userId="1d741576-bebf-490e-a489-c3f59b1269a8" providerId="ADAL" clId="{3E916400-3762-4589-B0D9-753CC661AAAF}" dt="2025-09-14T05:25:56.838" v="881" actId="47"/>
        <pc:sldMkLst>
          <pc:docMk/>
          <pc:sldMk cId="2939026914" sldId="332"/>
        </pc:sldMkLst>
      </pc:sldChg>
      <pc:sldChg chg="addSp delSp modSp new del mod">
        <pc:chgData name="Dr. Ashish Kumar Srivastava [MU - Jaipur]" userId="1d741576-bebf-490e-a489-c3f59b1269a8" providerId="ADAL" clId="{3E916400-3762-4589-B0D9-753CC661AAAF}" dt="2025-09-14T05:20:29.171" v="875" actId="2696"/>
        <pc:sldMkLst>
          <pc:docMk/>
          <pc:sldMk cId="3715613861" sldId="332"/>
        </pc:sldMkLst>
        <pc:spChg chg="del">
          <ac:chgData name="Dr. Ashish Kumar Srivastava [MU - Jaipur]" userId="1d741576-bebf-490e-a489-c3f59b1269a8" providerId="ADAL" clId="{3E916400-3762-4589-B0D9-753CC661AAAF}" dt="2025-09-14T05:03:23.810" v="827" actId="21"/>
          <ac:spMkLst>
            <pc:docMk/>
            <pc:sldMk cId="3715613861" sldId="332"/>
            <ac:spMk id="2" creationId="{B715DE37-2BE1-4102-6348-7C3DB426F489}"/>
          </ac:spMkLst>
        </pc:spChg>
        <pc:spChg chg="mod">
          <ac:chgData name="Dr. Ashish Kumar Srivastava [MU - Jaipur]" userId="1d741576-bebf-490e-a489-c3f59b1269a8" providerId="ADAL" clId="{3E916400-3762-4589-B0D9-753CC661AAAF}" dt="2025-09-14T05:05:25.436" v="874" actId="20577"/>
          <ac:spMkLst>
            <pc:docMk/>
            <pc:sldMk cId="3715613861" sldId="332"/>
            <ac:spMk id="3" creationId="{CB2C0720-C01A-B311-C320-80DCD0442D11}"/>
          </ac:spMkLst>
        </pc:spChg>
        <pc:picChg chg="add mod">
          <ac:chgData name="Dr. Ashish Kumar Srivastava [MU - Jaipur]" userId="1d741576-bebf-490e-a489-c3f59b1269a8" providerId="ADAL" clId="{3E916400-3762-4589-B0D9-753CC661AAAF}" dt="2025-09-14T05:05:17.162" v="872" actId="1076"/>
          <ac:picMkLst>
            <pc:docMk/>
            <pc:sldMk cId="3715613861" sldId="332"/>
            <ac:picMk id="5" creationId="{C7193F52-6949-C7CF-227B-6E7F98EBD12F}"/>
          </ac:picMkLst>
        </pc:picChg>
      </pc:sldChg>
      <pc:sldChg chg="new del">
        <pc:chgData name="Dr. Ashish Kumar Srivastava [MU - Jaipur]" userId="1d741576-bebf-490e-a489-c3f59b1269a8" providerId="ADAL" clId="{3E916400-3762-4589-B0D9-753CC661AAAF}" dt="2025-09-14T05:02:19.868" v="822" actId="47"/>
        <pc:sldMkLst>
          <pc:docMk/>
          <pc:sldMk cId="3979221888" sldId="332"/>
        </pc:sldMkLst>
      </pc:sldChg>
      <pc:sldChg chg="modSp add del mod">
        <pc:chgData name="Dr. Ashish Kumar Srivastava [MU - Jaipur]" userId="1d741576-bebf-490e-a489-c3f59b1269a8" providerId="ADAL" clId="{3E916400-3762-4589-B0D9-753CC661AAAF}" dt="2025-09-14T05:27:54.205" v="948" actId="2696"/>
        <pc:sldMkLst>
          <pc:docMk/>
          <pc:sldMk cId="2219012811" sldId="333"/>
        </pc:sldMkLst>
        <pc:spChg chg="mod">
          <ac:chgData name="Dr. Ashish Kumar Srivastava [MU - Jaipur]" userId="1d741576-bebf-490e-a489-c3f59b1269a8" providerId="ADAL" clId="{3E916400-3762-4589-B0D9-753CC661AAAF}" dt="2025-09-14T05:27:36.412" v="947" actId="20577"/>
          <ac:spMkLst>
            <pc:docMk/>
            <pc:sldMk cId="2219012811" sldId="333"/>
            <ac:spMk id="3" creationId="{46ED110E-63F5-03C2-A5A0-D3F1F555C6D7}"/>
          </ac:spMkLst>
        </pc:spChg>
      </pc:sldChg>
      <pc:sldChg chg="add del">
        <pc:chgData name="Dr. Ashish Kumar Srivastava [MU - Jaipur]" userId="1d741576-bebf-490e-a489-c3f59b1269a8" providerId="ADAL" clId="{3E916400-3762-4589-B0D9-753CC661AAAF}" dt="2025-09-15T08:50:00.653" v="3228" actId="47"/>
        <pc:sldMkLst>
          <pc:docMk/>
          <pc:sldMk cId="2113797414" sldId="334"/>
        </pc:sldMkLst>
      </pc:sldChg>
      <pc:sldChg chg="new del">
        <pc:chgData name="Dr. Ashish Kumar Srivastava [MU - Jaipur]" userId="1d741576-bebf-490e-a489-c3f59b1269a8" providerId="ADAL" clId="{3E916400-3762-4589-B0D9-753CC661AAAF}" dt="2025-09-14T09:58:34.084" v="962" actId="47"/>
        <pc:sldMkLst>
          <pc:docMk/>
          <pc:sldMk cId="198355302" sldId="335"/>
        </pc:sldMkLst>
      </pc:sldChg>
      <pc:sldChg chg="modSp add del mod">
        <pc:chgData name="Dr. Ashish Kumar Srivastava [MU - Jaipur]" userId="1d741576-bebf-490e-a489-c3f59b1269a8" providerId="ADAL" clId="{3E916400-3762-4589-B0D9-753CC661AAAF}" dt="2025-09-15T08:49:55.244" v="3220" actId="47"/>
        <pc:sldMkLst>
          <pc:docMk/>
          <pc:sldMk cId="777406167" sldId="336"/>
        </pc:sldMkLst>
        <pc:spChg chg="mod">
          <ac:chgData name="Dr. Ashish Kumar Srivastava [MU - Jaipur]" userId="1d741576-bebf-490e-a489-c3f59b1269a8" providerId="ADAL" clId="{3E916400-3762-4589-B0D9-753CC661AAAF}" dt="2025-09-14T10:04:57.497" v="1259" actId="20577"/>
          <ac:spMkLst>
            <pc:docMk/>
            <pc:sldMk cId="777406167" sldId="336"/>
            <ac:spMk id="25603" creationId="{53EBFCD8-A08A-2A34-8705-4449B212474B}"/>
          </ac:spMkLst>
        </pc:spChg>
      </pc:sldChg>
      <pc:sldChg chg="addSp delSp modSp add del mod">
        <pc:chgData name="Dr. Ashish Kumar Srivastava [MU - Jaipur]" userId="1d741576-bebf-490e-a489-c3f59b1269a8" providerId="ADAL" clId="{3E916400-3762-4589-B0D9-753CC661AAAF}" dt="2025-09-15T08:49:56.652" v="3222" actId="47"/>
        <pc:sldMkLst>
          <pc:docMk/>
          <pc:sldMk cId="3515375973" sldId="337"/>
        </pc:sldMkLst>
        <pc:spChg chg="mod">
          <ac:chgData name="Dr. Ashish Kumar Srivastava [MU - Jaipur]" userId="1d741576-bebf-490e-a489-c3f59b1269a8" providerId="ADAL" clId="{3E916400-3762-4589-B0D9-753CC661AAAF}" dt="2025-09-14T10:18:32.454" v="1728" actId="14100"/>
          <ac:spMkLst>
            <pc:docMk/>
            <pc:sldMk cId="3515375973" sldId="337"/>
            <ac:spMk id="5" creationId="{2F8697FF-2CE6-B42F-D44A-C8C617BD4335}"/>
          </ac:spMkLst>
        </pc:spChg>
        <pc:spChg chg="mod">
          <ac:chgData name="Dr. Ashish Kumar Srivastava [MU - Jaipur]" userId="1d741576-bebf-490e-a489-c3f59b1269a8" providerId="ADAL" clId="{3E916400-3762-4589-B0D9-753CC661AAAF}" dt="2025-09-14T10:11:45.030" v="1268" actId="5793"/>
          <ac:spMkLst>
            <pc:docMk/>
            <pc:sldMk cId="3515375973" sldId="337"/>
            <ac:spMk id="25603" creationId="{6162C41C-266D-29EF-9318-FF01017B30DE}"/>
          </ac:spMkLst>
        </pc:spChg>
        <pc:picChg chg="add mod">
          <ac:chgData name="Dr. Ashish Kumar Srivastava [MU - Jaipur]" userId="1d741576-bebf-490e-a489-c3f59b1269a8" providerId="ADAL" clId="{3E916400-3762-4589-B0D9-753CC661AAAF}" dt="2025-09-14T10:18:50.685" v="1730" actId="1076"/>
          <ac:picMkLst>
            <pc:docMk/>
            <pc:sldMk cId="3515375973" sldId="337"/>
            <ac:picMk id="2" creationId="{14DCA1CE-B134-DC74-018E-B304F266B5B5}"/>
          </ac:picMkLst>
        </pc:picChg>
        <pc:picChg chg="del">
          <ac:chgData name="Dr. Ashish Kumar Srivastava [MU - Jaipur]" userId="1d741576-bebf-490e-a489-c3f59b1269a8" providerId="ADAL" clId="{3E916400-3762-4589-B0D9-753CC661AAAF}" dt="2025-09-14T10:11:21.355" v="1262" actId="478"/>
          <ac:picMkLst>
            <pc:docMk/>
            <pc:sldMk cId="3515375973" sldId="337"/>
            <ac:picMk id="3" creationId="{C714A34A-4731-94D2-1882-4E97089D1A38}"/>
          </ac:picMkLst>
        </pc:picChg>
        <pc:picChg chg="add mod">
          <ac:chgData name="Dr. Ashish Kumar Srivastava [MU - Jaipur]" userId="1d741576-bebf-490e-a489-c3f59b1269a8" providerId="ADAL" clId="{3E916400-3762-4589-B0D9-753CC661AAAF}" dt="2025-09-14T10:19:06.656" v="1732" actId="1076"/>
          <ac:picMkLst>
            <pc:docMk/>
            <pc:sldMk cId="3515375973" sldId="337"/>
            <ac:picMk id="4" creationId="{E77D17B7-AD27-7F0F-AED7-357FF0957A08}"/>
          </ac:picMkLst>
        </pc:picChg>
        <pc:picChg chg="add mod">
          <ac:chgData name="Dr. Ashish Kumar Srivastava [MU - Jaipur]" userId="1d741576-bebf-490e-a489-c3f59b1269a8" providerId="ADAL" clId="{3E916400-3762-4589-B0D9-753CC661AAAF}" dt="2025-09-14T10:19:18.965" v="1734" actId="1076"/>
          <ac:picMkLst>
            <pc:docMk/>
            <pc:sldMk cId="3515375973" sldId="337"/>
            <ac:picMk id="6" creationId="{63BE2870-12F5-0B8C-78F1-EA5A10BB242D}"/>
          </ac:picMkLst>
        </pc:picChg>
        <pc:picChg chg="del">
          <ac:chgData name="Dr. Ashish Kumar Srivastava [MU - Jaipur]" userId="1d741576-bebf-490e-a489-c3f59b1269a8" providerId="ADAL" clId="{3E916400-3762-4589-B0D9-753CC661AAAF}" dt="2025-09-14T10:11:23.852" v="1263" actId="478"/>
          <ac:picMkLst>
            <pc:docMk/>
            <pc:sldMk cId="3515375973" sldId="337"/>
            <ac:picMk id="7" creationId="{C86EBBDE-37A3-4BED-7F6B-49122900FC7F}"/>
          </ac:picMkLst>
        </pc:picChg>
        <pc:picChg chg="del">
          <ac:chgData name="Dr. Ashish Kumar Srivastava [MU - Jaipur]" userId="1d741576-bebf-490e-a489-c3f59b1269a8" providerId="ADAL" clId="{3E916400-3762-4589-B0D9-753CC661AAAF}" dt="2025-09-14T10:11:26.171" v="1264" actId="478"/>
          <ac:picMkLst>
            <pc:docMk/>
            <pc:sldMk cId="3515375973" sldId="337"/>
            <ac:picMk id="9" creationId="{C8E6E604-0823-48E3-F6FB-D3FF1F3BF844}"/>
          </ac:picMkLst>
        </pc:picChg>
        <pc:picChg chg="del">
          <ac:chgData name="Dr. Ashish Kumar Srivastava [MU - Jaipur]" userId="1d741576-bebf-490e-a489-c3f59b1269a8" providerId="ADAL" clId="{3E916400-3762-4589-B0D9-753CC661AAAF}" dt="2025-09-14T10:11:19.073" v="1261" actId="478"/>
          <ac:picMkLst>
            <pc:docMk/>
            <pc:sldMk cId="3515375973" sldId="337"/>
            <ac:picMk id="11" creationId="{6D4EDDCF-6921-F15A-90A5-CC2C12171EBF}"/>
          </ac:picMkLst>
        </pc:picChg>
      </pc:sldChg>
      <pc:sldChg chg="modSp add del mod">
        <pc:chgData name="Dr. Ashish Kumar Srivastava [MU - Jaipur]" userId="1d741576-bebf-490e-a489-c3f59b1269a8" providerId="ADAL" clId="{3E916400-3762-4589-B0D9-753CC661AAAF}" dt="2025-09-15T08:49:57.285" v="3223" actId="47"/>
        <pc:sldMkLst>
          <pc:docMk/>
          <pc:sldMk cId="4261282828" sldId="338"/>
        </pc:sldMkLst>
        <pc:spChg chg="mod">
          <ac:chgData name="Dr. Ashish Kumar Srivastava [MU - Jaipur]" userId="1d741576-bebf-490e-a489-c3f59b1269a8" providerId="ADAL" clId="{3E916400-3762-4589-B0D9-753CC661AAAF}" dt="2025-09-14T10:25:23.927" v="2277" actId="20577"/>
          <ac:spMkLst>
            <pc:docMk/>
            <pc:sldMk cId="4261282828" sldId="338"/>
            <ac:spMk id="5" creationId="{ACA619F9-7ACE-6480-37AA-037DBB58B277}"/>
          </ac:spMkLst>
        </pc:spChg>
      </pc:sldChg>
      <pc:sldChg chg="addSp delSp modSp add del mod">
        <pc:chgData name="Dr. Ashish Kumar Srivastava [MU - Jaipur]" userId="1d741576-bebf-490e-a489-c3f59b1269a8" providerId="ADAL" clId="{3E916400-3762-4589-B0D9-753CC661AAAF}" dt="2025-09-15T08:49:54.531" v="3219" actId="47"/>
        <pc:sldMkLst>
          <pc:docMk/>
          <pc:sldMk cId="499983396" sldId="339"/>
        </pc:sldMkLst>
        <pc:spChg chg="mod">
          <ac:chgData name="Dr. Ashish Kumar Srivastava [MU - Jaipur]" userId="1d741576-bebf-490e-a489-c3f59b1269a8" providerId="ADAL" clId="{3E916400-3762-4589-B0D9-753CC661AAAF}" dt="2025-09-14T10:32:55.631" v="2533" actId="20577"/>
          <ac:spMkLst>
            <pc:docMk/>
            <pc:sldMk cId="499983396" sldId="339"/>
            <ac:spMk id="5" creationId="{4E459CC1-BEA2-A801-8F73-28D756F0EEF5}"/>
          </ac:spMkLst>
        </pc:spChg>
        <pc:spChg chg="mod">
          <ac:chgData name="Dr. Ashish Kumar Srivastava [MU - Jaipur]" userId="1d741576-bebf-490e-a489-c3f59b1269a8" providerId="ADAL" clId="{3E916400-3762-4589-B0D9-753CC661AAAF}" dt="2025-09-14T10:30:14.185" v="2318" actId="20577"/>
          <ac:spMkLst>
            <pc:docMk/>
            <pc:sldMk cId="499983396" sldId="339"/>
            <ac:spMk id="25603" creationId="{E70DE63F-0A67-213C-FF92-A1EB2C855CAC}"/>
          </ac:spMkLst>
        </pc:spChg>
        <pc:picChg chg="add mod">
          <ac:chgData name="Dr. Ashish Kumar Srivastava [MU - Jaipur]" userId="1d741576-bebf-490e-a489-c3f59b1269a8" providerId="ADAL" clId="{3E916400-3762-4589-B0D9-753CC661AAAF}" dt="2025-09-14T10:33:36.941" v="2538" actId="1076"/>
          <ac:picMkLst>
            <pc:docMk/>
            <pc:sldMk cId="499983396" sldId="339"/>
            <ac:picMk id="3" creationId="{9353FDF1-FB06-F15C-20FF-16AC236BC629}"/>
          </ac:picMkLst>
        </pc:picChg>
        <pc:picChg chg="del">
          <ac:chgData name="Dr. Ashish Kumar Srivastava [MU - Jaipur]" userId="1d741576-bebf-490e-a489-c3f59b1269a8" providerId="ADAL" clId="{3E916400-3762-4589-B0D9-753CC661AAAF}" dt="2025-09-14T10:33:00.230" v="2534" actId="478"/>
          <ac:picMkLst>
            <pc:docMk/>
            <pc:sldMk cId="499983396" sldId="339"/>
            <ac:picMk id="4" creationId="{0B7F8991-DBD1-402B-C583-A0706B579CB6}"/>
          </ac:picMkLst>
        </pc:picChg>
        <pc:picChg chg="del">
          <ac:chgData name="Dr. Ashish Kumar Srivastava [MU - Jaipur]" userId="1d741576-bebf-490e-a489-c3f59b1269a8" providerId="ADAL" clId="{3E916400-3762-4589-B0D9-753CC661AAAF}" dt="2025-09-14T10:33:02.572" v="2535" actId="478"/>
          <ac:picMkLst>
            <pc:docMk/>
            <pc:sldMk cId="499983396" sldId="339"/>
            <ac:picMk id="8" creationId="{D878E451-E9D9-5C5F-86A9-2FEE5374146B}"/>
          </ac:picMkLst>
        </pc:picChg>
      </pc:sldChg>
      <pc:sldChg chg="new del">
        <pc:chgData name="Dr. Ashish Kumar Srivastava [MU - Jaipur]" userId="1d741576-bebf-490e-a489-c3f59b1269a8" providerId="ADAL" clId="{3E916400-3762-4589-B0D9-753CC661AAAF}" dt="2025-09-14T10:29:45.425" v="2279" actId="680"/>
        <pc:sldMkLst>
          <pc:docMk/>
          <pc:sldMk cId="2221581898" sldId="339"/>
        </pc:sldMkLst>
      </pc:sldChg>
      <pc:sldChg chg="addSp delSp modSp add del mod">
        <pc:chgData name="Dr. Ashish Kumar Srivastava [MU - Jaipur]" userId="1d741576-bebf-490e-a489-c3f59b1269a8" providerId="ADAL" clId="{3E916400-3762-4589-B0D9-753CC661AAAF}" dt="2025-09-15T08:49:58.595" v="3225" actId="47"/>
        <pc:sldMkLst>
          <pc:docMk/>
          <pc:sldMk cId="2018752821" sldId="340"/>
        </pc:sldMkLst>
        <pc:spChg chg="mod">
          <ac:chgData name="Dr. Ashish Kumar Srivastava [MU - Jaipur]" userId="1d741576-bebf-490e-a489-c3f59b1269a8" providerId="ADAL" clId="{3E916400-3762-4589-B0D9-753CC661AAAF}" dt="2025-09-14T10:39:18.675" v="2852" actId="20577"/>
          <ac:spMkLst>
            <pc:docMk/>
            <pc:sldMk cId="2018752821" sldId="340"/>
            <ac:spMk id="5" creationId="{D59E007A-E3E3-A2BC-4F54-76CB6823E760}"/>
          </ac:spMkLst>
        </pc:spChg>
        <pc:spChg chg="mod">
          <ac:chgData name="Dr. Ashish Kumar Srivastava [MU - Jaipur]" userId="1d741576-bebf-490e-a489-c3f59b1269a8" providerId="ADAL" clId="{3E916400-3762-4589-B0D9-753CC661AAAF}" dt="2025-09-14T10:36:05.306" v="2548" actId="20577"/>
          <ac:spMkLst>
            <pc:docMk/>
            <pc:sldMk cId="2018752821" sldId="340"/>
            <ac:spMk id="25603" creationId="{778F1FCA-FFA0-5D1F-2CE3-7DA0587B5FBF}"/>
          </ac:spMkLst>
        </pc:spChg>
        <pc:picChg chg="del">
          <ac:chgData name="Dr. Ashish Kumar Srivastava [MU - Jaipur]" userId="1d741576-bebf-490e-a489-c3f59b1269a8" providerId="ADAL" clId="{3E916400-3762-4589-B0D9-753CC661AAAF}" dt="2025-09-14T10:36:12.137" v="2549" actId="478"/>
          <ac:picMkLst>
            <pc:docMk/>
            <pc:sldMk cId="2018752821" sldId="340"/>
            <ac:picMk id="2" creationId="{F2D71E69-F1A3-A99A-22D9-61042CF3DA41}"/>
          </ac:picMkLst>
        </pc:picChg>
        <pc:picChg chg="del">
          <ac:chgData name="Dr. Ashish Kumar Srivastava [MU - Jaipur]" userId="1d741576-bebf-490e-a489-c3f59b1269a8" providerId="ADAL" clId="{3E916400-3762-4589-B0D9-753CC661AAAF}" dt="2025-09-14T10:36:14.470" v="2550" actId="478"/>
          <ac:picMkLst>
            <pc:docMk/>
            <pc:sldMk cId="2018752821" sldId="340"/>
            <ac:picMk id="4" creationId="{B6DD8FDD-9E89-12EF-0898-9203D3075E55}"/>
          </ac:picMkLst>
        </pc:picChg>
        <pc:picChg chg="del">
          <ac:chgData name="Dr. Ashish Kumar Srivastava [MU - Jaipur]" userId="1d741576-bebf-490e-a489-c3f59b1269a8" providerId="ADAL" clId="{3E916400-3762-4589-B0D9-753CC661AAAF}" dt="2025-09-14T10:36:16.694" v="2551" actId="478"/>
          <ac:picMkLst>
            <pc:docMk/>
            <pc:sldMk cId="2018752821" sldId="340"/>
            <ac:picMk id="6" creationId="{6BB4BAA9-2FEA-E70C-0970-5F1D5237BC97}"/>
          </ac:picMkLst>
        </pc:picChg>
        <pc:picChg chg="add mod">
          <ac:chgData name="Dr. Ashish Kumar Srivastava [MU - Jaipur]" userId="1d741576-bebf-490e-a489-c3f59b1269a8" providerId="ADAL" clId="{3E916400-3762-4589-B0D9-753CC661AAAF}" dt="2025-09-14T10:44:48.689" v="3153" actId="1076"/>
          <ac:picMkLst>
            <pc:docMk/>
            <pc:sldMk cId="2018752821" sldId="340"/>
            <ac:picMk id="7" creationId="{B281DBBD-12CC-A402-1517-0C08A4D74B3E}"/>
          </ac:picMkLst>
        </pc:picChg>
      </pc:sldChg>
      <pc:sldChg chg="modSp add del mod">
        <pc:chgData name="Dr. Ashish Kumar Srivastava [MU - Jaipur]" userId="1d741576-bebf-490e-a489-c3f59b1269a8" providerId="ADAL" clId="{3E916400-3762-4589-B0D9-753CC661AAAF}" dt="2025-09-15T08:49:59.276" v="3226" actId="47"/>
        <pc:sldMkLst>
          <pc:docMk/>
          <pc:sldMk cId="1071446566" sldId="341"/>
        </pc:sldMkLst>
        <pc:spChg chg="mod">
          <ac:chgData name="Dr. Ashish Kumar Srivastava [MU - Jaipur]" userId="1d741576-bebf-490e-a489-c3f59b1269a8" providerId="ADAL" clId="{3E916400-3762-4589-B0D9-753CC661AAAF}" dt="2025-09-14T10:42:42.611" v="3148" actId="20577"/>
          <ac:spMkLst>
            <pc:docMk/>
            <pc:sldMk cId="1071446566" sldId="341"/>
            <ac:spMk id="5" creationId="{A2D4A642-C4F5-6022-05AE-B178725490BB}"/>
          </ac:spMkLst>
        </pc:spChg>
        <pc:spChg chg="mod">
          <ac:chgData name="Dr. Ashish Kumar Srivastava [MU - Jaipur]" userId="1d741576-bebf-490e-a489-c3f59b1269a8" providerId="ADAL" clId="{3E916400-3762-4589-B0D9-753CC661AAAF}" dt="2025-09-14T10:39:55.051" v="2857" actId="5793"/>
          <ac:spMkLst>
            <pc:docMk/>
            <pc:sldMk cId="1071446566" sldId="341"/>
            <ac:spMk id="25603" creationId="{96FB185F-27EE-63D0-21C1-B3C7D661A09C}"/>
          </ac:spMkLst>
        </pc:spChg>
      </pc:sldChg>
      <pc:sldChg chg="addSp delSp modSp add del mod">
        <pc:chgData name="Dr. Ashish Kumar Srivastava [MU - Jaipur]" userId="1d741576-bebf-490e-a489-c3f59b1269a8" providerId="ADAL" clId="{3E916400-3762-4589-B0D9-753CC661AAAF}" dt="2025-09-15T08:49:57.971" v="3224" actId="47"/>
        <pc:sldMkLst>
          <pc:docMk/>
          <pc:sldMk cId="2484123199" sldId="342"/>
        </pc:sldMkLst>
        <pc:spChg chg="mod">
          <ac:chgData name="Dr. Ashish Kumar Srivastava [MU - Jaipur]" userId="1d741576-bebf-490e-a489-c3f59b1269a8" providerId="ADAL" clId="{3E916400-3762-4589-B0D9-753CC661AAAF}" dt="2025-09-14T10:48:08.452" v="3155" actId="6549"/>
          <ac:spMkLst>
            <pc:docMk/>
            <pc:sldMk cId="2484123199" sldId="342"/>
            <ac:spMk id="5" creationId="{A244E2FF-7132-A55F-EC88-48DEEE6748B3}"/>
          </ac:spMkLst>
        </pc:spChg>
        <pc:picChg chg="del">
          <ac:chgData name="Dr. Ashish Kumar Srivastava [MU - Jaipur]" userId="1d741576-bebf-490e-a489-c3f59b1269a8" providerId="ADAL" clId="{3E916400-3762-4589-B0D9-753CC661AAAF}" dt="2025-09-14T10:48:10.692" v="3156" actId="478"/>
          <ac:picMkLst>
            <pc:docMk/>
            <pc:sldMk cId="2484123199" sldId="342"/>
            <ac:picMk id="2" creationId="{AA6C5889-3234-5EA2-7DFA-6BAC58DB4031}"/>
          </ac:picMkLst>
        </pc:picChg>
        <pc:picChg chg="del">
          <ac:chgData name="Dr. Ashish Kumar Srivastava [MU - Jaipur]" userId="1d741576-bebf-490e-a489-c3f59b1269a8" providerId="ADAL" clId="{3E916400-3762-4589-B0D9-753CC661AAAF}" dt="2025-09-14T10:48:12.611" v="3157" actId="478"/>
          <ac:picMkLst>
            <pc:docMk/>
            <pc:sldMk cId="2484123199" sldId="342"/>
            <ac:picMk id="4" creationId="{52FFC868-FDAB-D0EE-B231-F8A7CD624450}"/>
          </ac:picMkLst>
        </pc:picChg>
        <pc:picChg chg="del">
          <ac:chgData name="Dr. Ashish Kumar Srivastava [MU - Jaipur]" userId="1d741576-bebf-490e-a489-c3f59b1269a8" providerId="ADAL" clId="{3E916400-3762-4589-B0D9-753CC661AAAF}" dt="2025-09-14T10:48:14.486" v="3158" actId="478"/>
          <ac:picMkLst>
            <pc:docMk/>
            <pc:sldMk cId="2484123199" sldId="342"/>
            <ac:picMk id="6" creationId="{B68FB24E-344F-24A8-3123-48087393BF3A}"/>
          </ac:picMkLst>
        </pc:picChg>
        <pc:picChg chg="add mod">
          <ac:chgData name="Dr. Ashish Kumar Srivastava [MU - Jaipur]" userId="1d741576-bebf-490e-a489-c3f59b1269a8" providerId="ADAL" clId="{3E916400-3762-4589-B0D9-753CC661AAAF}" dt="2025-09-14T10:48:34.753" v="3160" actId="1076"/>
          <ac:picMkLst>
            <pc:docMk/>
            <pc:sldMk cId="2484123199" sldId="342"/>
            <ac:picMk id="7" creationId="{72748391-8E3E-C437-C05C-E1558AD9C83E}"/>
          </ac:picMkLst>
        </pc:picChg>
        <pc:picChg chg="add mod">
          <ac:chgData name="Dr. Ashish Kumar Srivastava [MU - Jaipur]" userId="1d741576-bebf-490e-a489-c3f59b1269a8" providerId="ADAL" clId="{3E916400-3762-4589-B0D9-753CC661AAAF}" dt="2025-09-14T10:48:54.253" v="3162" actId="1076"/>
          <ac:picMkLst>
            <pc:docMk/>
            <pc:sldMk cId="2484123199" sldId="342"/>
            <ac:picMk id="9" creationId="{C70D11BA-9FA5-1248-C890-DA154CD8E90F}"/>
          </ac:picMkLst>
        </pc:picChg>
        <pc:picChg chg="add mod">
          <ac:chgData name="Dr. Ashish Kumar Srivastava [MU - Jaipur]" userId="1d741576-bebf-490e-a489-c3f59b1269a8" providerId="ADAL" clId="{3E916400-3762-4589-B0D9-753CC661AAAF}" dt="2025-09-14T10:49:15.887" v="3164" actId="1076"/>
          <ac:picMkLst>
            <pc:docMk/>
            <pc:sldMk cId="2484123199" sldId="342"/>
            <ac:picMk id="11" creationId="{9EBA81D1-3FAE-89B6-3135-D790A0047057}"/>
          </ac:picMkLst>
        </pc:picChg>
        <pc:picChg chg="add mod">
          <ac:chgData name="Dr. Ashish Kumar Srivastava [MU - Jaipur]" userId="1d741576-bebf-490e-a489-c3f59b1269a8" providerId="ADAL" clId="{3E916400-3762-4589-B0D9-753CC661AAAF}" dt="2025-09-14T10:50:38.189" v="3177" actId="1076"/>
          <ac:picMkLst>
            <pc:docMk/>
            <pc:sldMk cId="2484123199" sldId="342"/>
            <ac:picMk id="13" creationId="{5D03A4C6-3B2E-CC42-AD1D-08911186567E}"/>
          </ac:picMkLst>
        </pc:picChg>
      </pc:sldChg>
      <pc:sldChg chg="addSp delSp modSp add del mod">
        <pc:chgData name="Dr. Ashish Kumar Srivastava [MU - Jaipur]" userId="1d741576-bebf-490e-a489-c3f59b1269a8" providerId="ADAL" clId="{3E916400-3762-4589-B0D9-753CC661AAAF}" dt="2025-09-15T08:49:55.951" v="3221" actId="47"/>
        <pc:sldMkLst>
          <pc:docMk/>
          <pc:sldMk cId="1962874447" sldId="343"/>
        </pc:sldMkLst>
        <pc:picChg chg="del">
          <ac:chgData name="Dr. Ashish Kumar Srivastava [MU - Jaipur]" userId="1d741576-bebf-490e-a489-c3f59b1269a8" providerId="ADAL" clId="{3E916400-3762-4589-B0D9-753CC661AAAF}" dt="2025-09-14T10:49:59.092" v="3169" actId="478"/>
          <ac:picMkLst>
            <pc:docMk/>
            <pc:sldMk cId="1962874447" sldId="343"/>
            <ac:picMk id="3" creationId="{C4064F62-C9E7-B202-B1F9-19F32351359D}"/>
          </ac:picMkLst>
        </pc:picChg>
        <pc:picChg chg="add mod">
          <ac:chgData name="Dr. Ashish Kumar Srivastava [MU - Jaipur]" userId="1d741576-bebf-490e-a489-c3f59b1269a8" providerId="ADAL" clId="{3E916400-3762-4589-B0D9-753CC661AAAF}" dt="2025-09-14T10:50:27.645" v="3176" actId="1076"/>
          <ac:picMkLst>
            <pc:docMk/>
            <pc:sldMk cId="1962874447" sldId="343"/>
            <ac:picMk id="4" creationId="{3C32FC0B-2266-6409-E982-9B59CB63632D}"/>
          </ac:picMkLst>
        </pc:picChg>
        <pc:picChg chg="del">
          <ac:chgData name="Dr. Ashish Kumar Srivastava [MU - Jaipur]" userId="1d741576-bebf-490e-a489-c3f59b1269a8" providerId="ADAL" clId="{3E916400-3762-4589-B0D9-753CC661AAAF}" dt="2025-09-14T10:50:02.842" v="3171" actId="478"/>
          <ac:picMkLst>
            <pc:docMk/>
            <pc:sldMk cId="1962874447" sldId="343"/>
            <ac:picMk id="7" creationId="{4E02717D-5F1E-E3F3-EF39-54415EABA7E7}"/>
          </ac:picMkLst>
        </pc:picChg>
        <pc:picChg chg="del">
          <ac:chgData name="Dr. Ashish Kumar Srivastava [MU - Jaipur]" userId="1d741576-bebf-490e-a489-c3f59b1269a8" providerId="ADAL" clId="{3E916400-3762-4589-B0D9-753CC661AAAF}" dt="2025-09-14T10:50:01.094" v="3170" actId="478"/>
          <ac:picMkLst>
            <pc:docMk/>
            <pc:sldMk cId="1962874447" sldId="343"/>
            <ac:picMk id="9" creationId="{7E8D11AF-612C-C1D0-4A7F-5C93F4873831}"/>
          </ac:picMkLst>
        </pc:picChg>
        <pc:picChg chg="del">
          <ac:chgData name="Dr. Ashish Kumar Srivastava [MU - Jaipur]" userId="1d741576-bebf-490e-a489-c3f59b1269a8" providerId="ADAL" clId="{3E916400-3762-4589-B0D9-753CC661AAAF}" dt="2025-09-14T10:49:57.175" v="3168" actId="478"/>
          <ac:picMkLst>
            <pc:docMk/>
            <pc:sldMk cId="1962874447" sldId="343"/>
            <ac:picMk id="11" creationId="{C075CB85-DCCA-0E3D-2923-323B600205C3}"/>
          </ac:picMkLst>
        </pc:picChg>
      </pc:sldChg>
      <pc:sldChg chg="modSp add mod">
        <pc:chgData name="Dr. Ashish Kumar Srivastava [MU - Jaipur]" userId="1d741576-bebf-490e-a489-c3f59b1269a8" providerId="ADAL" clId="{3E916400-3762-4589-B0D9-753CC661AAAF}" dt="2025-09-15T10:23:16.864" v="3283" actId="9"/>
        <pc:sldMkLst>
          <pc:docMk/>
          <pc:sldMk cId="1284665456" sldId="344"/>
        </pc:sldMkLst>
        <pc:spChg chg="mod">
          <ac:chgData name="Dr. Ashish Kumar Srivastava [MU - Jaipur]" userId="1d741576-bebf-490e-a489-c3f59b1269a8" providerId="ADAL" clId="{3E916400-3762-4589-B0D9-753CC661AAAF}" dt="2025-09-15T10:23:16.864" v="3283" actId="9"/>
          <ac:spMkLst>
            <pc:docMk/>
            <pc:sldMk cId="1284665456" sldId="344"/>
            <ac:spMk id="5" creationId="{8542851B-0229-B6A8-41BF-E89776D6BF0D}"/>
          </ac:spMkLst>
        </pc:spChg>
        <pc:spChg chg="mod">
          <ac:chgData name="Dr. Ashish Kumar Srivastava [MU - Jaipur]" userId="1d741576-bebf-490e-a489-c3f59b1269a8" providerId="ADAL" clId="{3E916400-3762-4589-B0D9-753CC661AAAF}" dt="2025-09-15T08:49:14.572" v="3214"/>
          <ac:spMkLst>
            <pc:docMk/>
            <pc:sldMk cId="1284665456" sldId="344"/>
            <ac:spMk id="25603" creationId="{D3C03EF3-AF18-EB4B-D7AC-2E545300562F}"/>
          </ac:spMkLst>
        </pc:spChg>
      </pc:sldChg>
      <pc:sldChg chg="addSp delSp modSp add mod ord">
        <pc:chgData name="Dr. Ashish Kumar Srivastava [MU - Jaipur]" userId="1d741576-bebf-490e-a489-c3f59b1269a8" providerId="ADAL" clId="{3E916400-3762-4589-B0D9-753CC661AAAF}" dt="2025-09-15T10:47:28.998" v="3445" actId="20577"/>
        <pc:sldMkLst>
          <pc:docMk/>
          <pc:sldMk cId="2773703735" sldId="345"/>
        </pc:sldMkLst>
        <pc:spChg chg="mod">
          <ac:chgData name="Dr. Ashish Kumar Srivastava [MU - Jaipur]" userId="1d741576-bebf-490e-a489-c3f59b1269a8" providerId="ADAL" clId="{3E916400-3762-4589-B0D9-753CC661AAAF}" dt="2025-09-15T10:47:28.998" v="3445" actId="20577"/>
          <ac:spMkLst>
            <pc:docMk/>
            <pc:sldMk cId="2773703735" sldId="345"/>
            <ac:spMk id="5" creationId="{32E14B63-3D54-1B44-05B8-FC6CE5653A73}"/>
          </ac:spMkLst>
        </pc:spChg>
        <pc:spChg chg="mod">
          <ac:chgData name="Dr. Ashish Kumar Srivastava [MU - Jaipur]" userId="1d741576-bebf-490e-a489-c3f59b1269a8" providerId="ADAL" clId="{3E916400-3762-4589-B0D9-753CC661AAAF}" dt="2025-09-15T10:46:14.965" v="3416" actId="20577"/>
          <ac:spMkLst>
            <pc:docMk/>
            <pc:sldMk cId="2773703735" sldId="345"/>
            <ac:spMk id="25603" creationId="{FBD2F81C-00E3-D65D-6699-DAF53774F8C8}"/>
          </ac:spMkLst>
        </pc:spChg>
        <pc:picChg chg="add del mod">
          <ac:chgData name="Dr. Ashish Kumar Srivastava [MU - Jaipur]" userId="1d741576-bebf-490e-a489-c3f59b1269a8" providerId="ADAL" clId="{3E916400-3762-4589-B0D9-753CC661AAAF}" dt="2025-09-15T10:46:08.561" v="3411" actId="478"/>
          <ac:picMkLst>
            <pc:docMk/>
            <pc:sldMk cId="2773703735" sldId="345"/>
            <ac:picMk id="3" creationId="{2FC17675-C7EF-B0EF-5AF7-86C4328368A5}"/>
          </ac:picMkLst>
        </pc:picChg>
      </pc:sldChg>
      <pc:sldChg chg="new del">
        <pc:chgData name="Dr. Ashish Kumar Srivastava [MU - Jaipur]" userId="1d741576-bebf-490e-a489-c3f59b1269a8" providerId="ADAL" clId="{3E916400-3762-4589-B0D9-753CC661AAAF}" dt="2025-09-15T08:51:07.783" v="3260" actId="47"/>
        <pc:sldMkLst>
          <pc:docMk/>
          <pc:sldMk cId="4161426440" sldId="345"/>
        </pc:sldMkLst>
      </pc:sldChg>
      <pc:sldChg chg="addSp delSp modSp add mod">
        <pc:chgData name="Dr. Ashish Kumar Srivastava [MU - Jaipur]" userId="1d741576-bebf-490e-a489-c3f59b1269a8" providerId="ADAL" clId="{3E916400-3762-4589-B0D9-753CC661AAAF}" dt="2025-09-15T10:23:08.269" v="3282" actId="1076"/>
        <pc:sldMkLst>
          <pc:docMk/>
          <pc:sldMk cId="3989912945" sldId="346"/>
        </pc:sldMkLst>
        <pc:picChg chg="del">
          <ac:chgData name="Dr. Ashish Kumar Srivastava [MU - Jaipur]" userId="1d741576-bebf-490e-a489-c3f59b1269a8" providerId="ADAL" clId="{3E916400-3762-4589-B0D9-753CC661AAAF}" dt="2025-09-15T08:52:27.186" v="3271" actId="478"/>
          <ac:picMkLst>
            <pc:docMk/>
            <pc:sldMk cId="3989912945" sldId="346"/>
            <ac:picMk id="3" creationId="{D39E7590-7555-4199-8675-EABDB1C19CFF}"/>
          </ac:picMkLst>
        </pc:picChg>
        <pc:picChg chg="add mod">
          <ac:chgData name="Dr. Ashish Kumar Srivastava [MU - Jaipur]" userId="1d741576-bebf-490e-a489-c3f59b1269a8" providerId="ADAL" clId="{3E916400-3762-4589-B0D9-753CC661AAAF}" dt="2025-09-15T10:23:08.269" v="3282" actId="1076"/>
          <ac:picMkLst>
            <pc:docMk/>
            <pc:sldMk cId="3989912945" sldId="346"/>
            <ac:picMk id="4" creationId="{7CEE5CB0-E947-D831-CBF6-AD0EEC6C36C7}"/>
          </ac:picMkLst>
        </pc:picChg>
      </pc:sldChg>
      <pc:sldChg chg="addSp modSp add mod ord">
        <pc:chgData name="Dr. Ashish Kumar Srivastava [MU - Jaipur]" userId="1d741576-bebf-490e-a489-c3f59b1269a8" providerId="ADAL" clId="{3E916400-3762-4589-B0D9-753CC661AAAF}" dt="2025-09-15T10:34:10.488" v="3403"/>
        <pc:sldMkLst>
          <pc:docMk/>
          <pc:sldMk cId="1397111958" sldId="347"/>
        </pc:sldMkLst>
        <pc:spChg chg="mod">
          <ac:chgData name="Dr. Ashish Kumar Srivastava [MU - Jaipur]" userId="1d741576-bebf-490e-a489-c3f59b1269a8" providerId="ADAL" clId="{3E916400-3762-4589-B0D9-753CC661AAAF}" dt="2025-09-15T10:14:24.042" v="3277" actId="20577"/>
          <ac:spMkLst>
            <pc:docMk/>
            <pc:sldMk cId="1397111958" sldId="347"/>
            <ac:spMk id="25603" creationId="{6D6290AF-FDB0-EFD6-97FB-E5DFDCE3635A}"/>
          </ac:spMkLst>
        </pc:spChg>
        <pc:picChg chg="add mod">
          <ac:chgData name="Dr. Ashish Kumar Srivastava [MU - Jaipur]" userId="1d741576-bebf-490e-a489-c3f59b1269a8" providerId="ADAL" clId="{3E916400-3762-4589-B0D9-753CC661AAAF}" dt="2025-09-15T10:15:00.429" v="3280" actId="1076"/>
          <ac:picMkLst>
            <pc:docMk/>
            <pc:sldMk cId="1397111958" sldId="347"/>
            <ac:picMk id="3" creationId="{10FACABB-7FC0-827E-A4B6-973736252CB7}"/>
          </ac:picMkLst>
        </pc:picChg>
      </pc:sldChg>
      <pc:sldChg chg="addSp delSp modSp add mod">
        <pc:chgData name="Dr. Ashish Kumar Srivastava [MU - Jaipur]" userId="1d741576-bebf-490e-a489-c3f59b1269a8" providerId="ADAL" clId="{3E916400-3762-4589-B0D9-753CC661AAAF}" dt="2025-09-15T11:25:46.408" v="4908" actId="20577"/>
        <pc:sldMkLst>
          <pc:docMk/>
          <pc:sldMk cId="2646179519" sldId="348"/>
        </pc:sldMkLst>
        <pc:spChg chg="mod">
          <ac:chgData name="Dr. Ashish Kumar Srivastava [MU - Jaipur]" userId="1d741576-bebf-490e-a489-c3f59b1269a8" providerId="ADAL" clId="{3E916400-3762-4589-B0D9-753CC661AAAF}" dt="2025-09-15T10:56:28.223" v="3530" actId="20577"/>
          <ac:spMkLst>
            <pc:docMk/>
            <pc:sldMk cId="2646179519" sldId="348"/>
            <ac:spMk id="5" creationId="{B24B3AF1-890B-13CA-7393-339698A09313}"/>
          </ac:spMkLst>
        </pc:spChg>
        <pc:spChg chg="mod">
          <ac:chgData name="Dr. Ashish Kumar Srivastava [MU - Jaipur]" userId="1d741576-bebf-490e-a489-c3f59b1269a8" providerId="ADAL" clId="{3E916400-3762-4589-B0D9-753CC661AAAF}" dt="2025-09-15T11:25:46.408" v="4908" actId="20577"/>
          <ac:spMkLst>
            <pc:docMk/>
            <pc:sldMk cId="2646179519" sldId="348"/>
            <ac:spMk id="25603" creationId="{D5EACA2B-E2E4-9B1F-D9AC-CD2790D2C152}"/>
          </ac:spMkLst>
        </pc:spChg>
        <pc:picChg chg="del">
          <ac:chgData name="Dr. Ashish Kumar Srivastava [MU - Jaipur]" userId="1d741576-bebf-490e-a489-c3f59b1269a8" providerId="ADAL" clId="{3E916400-3762-4589-B0D9-753CC661AAAF}" dt="2025-09-15T10:27:10.539" v="3285" actId="478"/>
          <ac:picMkLst>
            <pc:docMk/>
            <pc:sldMk cId="2646179519" sldId="348"/>
            <ac:picMk id="3" creationId="{54AB0D74-8B4A-C817-497A-FCFD4026EB17}"/>
          </ac:picMkLst>
        </pc:picChg>
        <pc:picChg chg="add mod">
          <ac:chgData name="Dr. Ashish Kumar Srivastava [MU - Jaipur]" userId="1d741576-bebf-490e-a489-c3f59b1269a8" providerId="ADAL" clId="{3E916400-3762-4589-B0D9-753CC661AAAF}" dt="2025-09-15T10:56:33.218" v="3531" actId="14100"/>
          <ac:picMkLst>
            <pc:docMk/>
            <pc:sldMk cId="2646179519" sldId="348"/>
            <ac:picMk id="4" creationId="{9C36630E-1DFA-C7BA-100A-1297317BA391}"/>
          </ac:picMkLst>
        </pc:picChg>
      </pc:sldChg>
      <pc:sldChg chg="addSp delSp modSp add mod">
        <pc:chgData name="Dr. Ashish Kumar Srivastava [MU - Jaipur]" userId="1d741576-bebf-490e-a489-c3f59b1269a8" providerId="ADAL" clId="{3E916400-3762-4589-B0D9-753CC661AAAF}" dt="2025-09-15T11:25:53.712" v="4915" actId="20577"/>
        <pc:sldMkLst>
          <pc:docMk/>
          <pc:sldMk cId="4029227503" sldId="349"/>
        </pc:sldMkLst>
        <pc:spChg chg="mod">
          <ac:chgData name="Dr. Ashish Kumar Srivastava [MU - Jaipur]" userId="1d741576-bebf-490e-a489-c3f59b1269a8" providerId="ADAL" clId="{3E916400-3762-4589-B0D9-753CC661AAAF}" dt="2025-09-15T11:09:58.459" v="3851" actId="20577"/>
          <ac:spMkLst>
            <pc:docMk/>
            <pc:sldMk cId="4029227503" sldId="349"/>
            <ac:spMk id="5" creationId="{0C7E4C0E-65C8-ED54-4728-DB9B4ACA3BC9}"/>
          </ac:spMkLst>
        </pc:spChg>
        <pc:spChg chg="mod">
          <ac:chgData name="Dr. Ashish Kumar Srivastava [MU - Jaipur]" userId="1d741576-bebf-490e-a489-c3f59b1269a8" providerId="ADAL" clId="{3E916400-3762-4589-B0D9-753CC661AAAF}" dt="2025-09-15T11:25:53.712" v="4915" actId="20577"/>
          <ac:spMkLst>
            <pc:docMk/>
            <pc:sldMk cId="4029227503" sldId="349"/>
            <ac:spMk id="25603" creationId="{25476C9B-35C1-37A3-432D-CC4CCFA3F737}"/>
          </ac:spMkLst>
        </pc:spChg>
        <pc:picChg chg="add mod">
          <ac:chgData name="Dr. Ashish Kumar Srivastava [MU - Jaipur]" userId="1d741576-bebf-490e-a489-c3f59b1269a8" providerId="ADAL" clId="{3E916400-3762-4589-B0D9-753CC661AAAF}" dt="2025-09-15T10:56:50.347" v="3533" actId="1076"/>
          <ac:picMkLst>
            <pc:docMk/>
            <pc:sldMk cId="4029227503" sldId="349"/>
            <ac:picMk id="3" creationId="{611288F3-3C02-BE42-C9D7-9931455F7A18}"/>
          </ac:picMkLst>
        </pc:picChg>
        <pc:picChg chg="del">
          <ac:chgData name="Dr. Ashish Kumar Srivastava [MU - Jaipur]" userId="1d741576-bebf-490e-a489-c3f59b1269a8" providerId="ADAL" clId="{3E916400-3762-4589-B0D9-753CC661AAAF}" dt="2025-09-15T10:28:35.376" v="3301" actId="478"/>
          <ac:picMkLst>
            <pc:docMk/>
            <pc:sldMk cId="4029227503" sldId="349"/>
            <ac:picMk id="4" creationId="{2883279C-C515-A719-FFA4-AC5B098791AC}"/>
          </ac:picMkLst>
        </pc:picChg>
      </pc:sldChg>
      <pc:sldChg chg="addSp delSp modSp add mod">
        <pc:chgData name="Dr. Ashish Kumar Srivastava [MU - Jaipur]" userId="1d741576-bebf-490e-a489-c3f59b1269a8" providerId="ADAL" clId="{3E916400-3762-4589-B0D9-753CC661AAAF}" dt="2025-09-15T11:26:05.385" v="4923" actId="20577"/>
        <pc:sldMkLst>
          <pc:docMk/>
          <pc:sldMk cId="2789761988" sldId="350"/>
        </pc:sldMkLst>
        <pc:spChg chg="mod">
          <ac:chgData name="Dr. Ashish Kumar Srivastava [MU - Jaipur]" userId="1d741576-bebf-490e-a489-c3f59b1269a8" providerId="ADAL" clId="{3E916400-3762-4589-B0D9-753CC661AAAF}" dt="2025-09-15T11:20:59.379" v="4470" actId="20577"/>
          <ac:spMkLst>
            <pc:docMk/>
            <pc:sldMk cId="2789761988" sldId="350"/>
            <ac:spMk id="5" creationId="{EEF25BC4-EBAC-69CB-6992-07A286330978}"/>
          </ac:spMkLst>
        </pc:spChg>
        <pc:spChg chg="mod">
          <ac:chgData name="Dr. Ashish Kumar Srivastava [MU - Jaipur]" userId="1d741576-bebf-490e-a489-c3f59b1269a8" providerId="ADAL" clId="{3E916400-3762-4589-B0D9-753CC661AAAF}" dt="2025-09-15T11:26:05.385" v="4923" actId="20577"/>
          <ac:spMkLst>
            <pc:docMk/>
            <pc:sldMk cId="2789761988" sldId="350"/>
            <ac:spMk id="25603" creationId="{8368B86F-AF43-1B92-322B-199724FF67AF}"/>
          </ac:spMkLst>
        </pc:spChg>
        <pc:picChg chg="del">
          <ac:chgData name="Dr. Ashish Kumar Srivastava [MU - Jaipur]" userId="1d741576-bebf-490e-a489-c3f59b1269a8" providerId="ADAL" clId="{3E916400-3762-4589-B0D9-753CC661AAAF}" dt="2025-09-15T10:29:24.381" v="3311" actId="478"/>
          <ac:picMkLst>
            <pc:docMk/>
            <pc:sldMk cId="2789761988" sldId="350"/>
            <ac:picMk id="3" creationId="{CEE1805E-9112-1EED-58D8-32B518DDF0E0}"/>
          </ac:picMkLst>
        </pc:picChg>
        <pc:picChg chg="add mod">
          <ac:chgData name="Dr. Ashish Kumar Srivastava [MU - Jaipur]" userId="1d741576-bebf-490e-a489-c3f59b1269a8" providerId="ADAL" clId="{3E916400-3762-4589-B0D9-753CC661AAAF}" dt="2025-09-15T11:19:06.613" v="4267" actId="1076"/>
          <ac:picMkLst>
            <pc:docMk/>
            <pc:sldMk cId="2789761988" sldId="350"/>
            <ac:picMk id="4" creationId="{9EAF6A9B-8C7C-2DF2-B55B-579ED3636CE8}"/>
          </ac:picMkLst>
        </pc:picChg>
      </pc:sldChg>
      <pc:sldChg chg="addSp delSp modSp add mod">
        <pc:chgData name="Dr. Ashish Kumar Srivastava [MU - Jaipur]" userId="1d741576-bebf-490e-a489-c3f59b1269a8" providerId="ADAL" clId="{3E916400-3762-4589-B0D9-753CC661AAAF}" dt="2025-09-15T11:26:15.740" v="4936" actId="20577"/>
        <pc:sldMkLst>
          <pc:docMk/>
          <pc:sldMk cId="878271633" sldId="351"/>
        </pc:sldMkLst>
        <pc:spChg chg="mod">
          <ac:chgData name="Dr. Ashish Kumar Srivastava [MU - Jaipur]" userId="1d741576-bebf-490e-a489-c3f59b1269a8" providerId="ADAL" clId="{3E916400-3762-4589-B0D9-753CC661AAAF}" dt="2025-09-15T10:30:12.682" v="3326" actId="20577"/>
          <ac:spMkLst>
            <pc:docMk/>
            <pc:sldMk cId="878271633" sldId="351"/>
            <ac:spMk id="5" creationId="{8AD5FD35-82EA-22FB-40BB-A4C6FFAEFE38}"/>
          </ac:spMkLst>
        </pc:spChg>
        <pc:spChg chg="mod">
          <ac:chgData name="Dr. Ashish Kumar Srivastava [MU - Jaipur]" userId="1d741576-bebf-490e-a489-c3f59b1269a8" providerId="ADAL" clId="{3E916400-3762-4589-B0D9-753CC661AAAF}" dt="2025-09-15T11:26:15.740" v="4936" actId="20577"/>
          <ac:spMkLst>
            <pc:docMk/>
            <pc:sldMk cId="878271633" sldId="351"/>
            <ac:spMk id="25603" creationId="{5B8A6239-C790-63B4-88AD-E4CCC6F0FD59}"/>
          </ac:spMkLst>
        </pc:spChg>
        <pc:picChg chg="add mod">
          <ac:chgData name="Dr. Ashish Kumar Srivastava [MU - Jaipur]" userId="1d741576-bebf-490e-a489-c3f59b1269a8" providerId="ADAL" clId="{3E916400-3762-4589-B0D9-753CC661AAAF}" dt="2025-09-15T10:30:35.916" v="3330" actId="14100"/>
          <ac:picMkLst>
            <pc:docMk/>
            <pc:sldMk cId="878271633" sldId="351"/>
            <ac:picMk id="3" creationId="{784086B4-5BA1-6B03-B51C-EB6B634D237B}"/>
          </ac:picMkLst>
        </pc:picChg>
        <pc:picChg chg="del">
          <ac:chgData name="Dr. Ashish Kumar Srivastava [MU - Jaipur]" userId="1d741576-bebf-490e-a489-c3f59b1269a8" providerId="ADAL" clId="{3E916400-3762-4589-B0D9-753CC661AAAF}" dt="2025-09-15T10:29:50.621" v="3315" actId="478"/>
          <ac:picMkLst>
            <pc:docMk/>
            <pc:sldMk cId="878271633" sldId="351"/>
            <ac:picMk id="4" creationId="{606CCFE3-13B3-904B-DEC4-AE1718B225EC}"/>
          </ac:picMkLst>
        </pc:picChg>
      </pc:sldChg>
      <pc:sldChg chg="addSp delSp modSp add mod">
        <pc:chgData name="Dr. Ashish Kumar Srivastava [MU - Jaipur]" userId="1d741576-bebf-490e-a489-c3f59b1269a8" providerId="ADAL" clId="{3E916400-3762-4589-B0D9-753CC661AAAF}" dt="2025-09-15T11:26:29.555" v="4955" actId="20577"/>
        <pc:sldMkLst>
          <pc:docMk/>
          <pc:sldMk cId="4111754727" sldId="352"/>
        </pc:sldMkLst>
        <pc:spChg chg="mod">
          <ac:chgData name="Dr. Ashish Kumar Srivastava [MU - Jaipur]" userId="1d741576-bebf-490e-a489-c3f59b1269a8" providerId="ADAL" clId="{3E916400-3762-4589-B0D9-753CC661AAAF}" dt="2025-09-15T10:31:00.246" v="3336" actId="20577"/>
          <ac:spMkLst>
            <pc:docMk/>
            <pc:sldMk cId="4111754727" sldId="352"/>
            <ac:spMk id="5" creationId="{3B128881-DAC8-3866-32AA-361CE3F2A573}"/>
          </ac:spMkLst>
        </pc:spChg>
        <pc:spChg chg="mod">
          <ac:chgData name="Dr. Ashish Kumar Srivastava [MU - Jaipur]" userId="1d741576-bebf-490e-a489-c3f59b1269a8" providerId="ADAL" clId="{3E916400-3762-4589-B0D9-753CC661AAAF}" dt="2025-09-15T11:26:29.555" v="4955" actId="20577"/>
          <ac:spMkLst>
            <pc:docMk/>
            <pc:sldMk cId="4111754727" sldId="352"/>
            <ac:spMk id="25603" creationId="{CA0FA16D-882F-2F29-EB07-AE07F591F6D5}"/>
          </ac:spMkLst>
        </pc:spChg>
        <pc:picChg chg="del">
          <ac:chgData name="Dr. Ashish Kumar Srivastava [MU - Jaipur]" userId="1d741576-bebf-490e-a489-c3f59b1269a8" providerId="ADAL" clId="{3E916400-3762-4589-B0D9-753CC661AAAF}" dt="2025-09-15T10:31:03.036" v="3337" actId="478"/>
          <ac:picMkLst>
            <pc:docMk/>
            <pc:sldMk cId="4111754727" sldId="352"/>
            <ac:picMk id="3" creationId="{66F9FBA3-DF7D-16DE-68EC-B09E80A963EB}"/>
          </ac:picMkLst>
        </pc:picChg>
        <pc:picChg chg="add mod">
          <ac:chgData name="Dr. Ashish Kumar Srivastava [MU - Jaipur]" userId="1d741576-bebf-490e-a489-c3f59b1269a8" providerId="ADAL" clId="{3E916400-3762-4589-B0D9-753CC661AAAF}" dt="2025-09-15T10:31:24.140" v="3340" actId="1076"/>
          <ac:picMkLst>
            <pc:docMk/>
            <pc:sldMk cId="4111754727" sldId="352"/>
            <ac:picMk id="4" creationId="{CCF92BFB-811F-DB67-9320-D7038A03A554}"/>
          </ac:picMkLst>
        </pc:picChg>
      </pc:sldChg>
      <pc:sldChg chg="delSp modSp add mod">
        <pc:chgData name="Dr. Ashish Kumar Srivastava [MU - Jaipur]" userId="1d741576-bebf-490e-a489-c3f59b1269a8" providerId="ADAL" clId="{3E916400-3762-4589-B0D9-753CC661AAAF}" dt="2025-09-15T10:33:49.425" v="3401" actId="2710"/>
        <pc:sldMkLst>
          <pc:docMk/>
          <pc:sldMk cId="1836476731" sldId="353"/>
        </pc:sldMkLst>
        <pc:spChg chg="mod">
          <ac:chgData name="Dr. Ashish Kumar Srivastava [MU - Jaipur]" userId="1d741576-bebf-490e-a489-c3f59b1269a8" providerId="ADAL" clId="{3E916400-3762-4589-B0D9-753CC661AAAF}" dt="2025-09-15T10:33:49.425" v="3401" actId="2710"/>
          <ac:spMkLst>
            <pc:docMk/>
            <pc:sldMk cId="1836476731" sldId="353"/>
            <ac:spMk id="5" creationId="{C1DD70ED-A20B-83C0-113A-F76DC071CFAA}"/>
          </ac:spMkLst>
        </pc:spChg>
        <pc:picChg chg="del">
          <ac:chgData name="Dr. Ashish Kumar Srivastava [MU - Jaipur]" userId="1d741576-bebf-490e-a489-c3f59b1269a8" providerId="ADAL" clId="{3E916400-3762-4589-B0D9-753CC661AAAF}" dt="2025-09-15T10:31:53.380" v="3342" actId="478"/>
          <ac:picMkLst>
            <pc:docMk/>
            <pc:sldMk cId="1836476731" sldId="353"/>
            <ac:picMk id="4" creationId="{FF8F3CBE-F944-811B-C6A0-F0F2AD5DA78E}"/>
          </ac:picMkLst>
        </pc:picChg>
      </pc:sldChg>
      <pc:sldChg chg="add">
        <pc:chgData name="Dr. Ashish Kumar Srivastava [MU - Jaipur]" userId="1d741576-bebf-490e-a489-c3f59b1269a8" providerId="ADAL" clId="{3E916400-3762-4589-B0D9-753CC661AAAF}" dt="2025-09-15T10:46:04.060" v="3410" actId="2890"/>
        <pc:sldMkLst>
          <pc:docMk/>
          <pc:sldMk cId="1608718351" sldId="354"/>
        </pc:sldMkLst>
      </pc:sldChg>
      <pc:sldChg chg="addSp delSp modSp add mod">
        <pc:chgData name="Dr. Ashish Kumar Srivastava [MU - Jaipur]" userId="1d741576-bebf-490e-a489-c3f59b1269a8" providerId="ADAL" clId="{3E916400-3762-4589-B0D9-753CC661AAAF}" dt="2025-09-15T11:12:51.526" v="4078" actId="1076"/>
        <pc:sldMkLst>
          <pc:docMk/>
          <pc:sldMk cId="3442145913" sldId="355"/>
        </pc:sldMkLst>
        <pc:spChg chg="mod">
          <ac:chgData name="Dr. Ashish Kumar Srivastava [MU - Jaipur]" userId="1d741576-bebf-490e-a489-c3f59b1269a8" providerId="ADAL" clId="{3E916400-3762-4589-B0D9-753CC661AAAF}" dt="2025-09-15T11:12:24.618" v="4075" actId="20577"/>
          <ac:spMkLst>
            <pc:docMk/>
            <pc:sldMk cId="3442145913" sldId="355"/>
            <ac:spMk id="5" creationId="{423CA21F-CB7E-0529-34FF-6F3E8631188A}"/>
          </ac:spMkLst>
        </pc:spChg>
        <pc:spChg chg="mod">
          <ac:chgData name="Dr. Ashish Kumar Srivastava [MU - Jaipur]" userId="1d741576-bebf-490e-a489-c3f59b1269a8" providerId="ADAL" clId="{3E916400-3762-4589-B0D9-753CC661AAAF}" dt="2025-09-15T11:10:40.250" v="3865" actId="20577"/>
          <ac:spMkLst>
            <pc:docMk/>
            <pc:sldMk cId="3442145913" sldId="355"/>
            <ac:spMk id="25603" creationId="{8151E7CC-CA68-108C-6F1D-684DAF01568D}"/>
          </ac:spMkLst>
        </pc:spChg>
        <pc:picChg chg="del">
          <ac:chgData name="Dr. Ashish Kumar Srivastava [MU - Jaipur]" userId="1d741576-bebf-490e-a489-c3f59b1269a8" providerId="ADAL" clId="{3E916400-3762-4589-B0D9-753CC661AAAF}" dt="2025-09-15T11:12:33.683" v="4076" actId="478"/>
          <ac:picMkLst>
            <pc:docMk/>
            <pc:sldMk cId="3442145913" sldId="355"/>
            <ac:picMk id="3" creationId="{7EAF0910-BCDE-3CD7-3E51-F52B28F52D20}"/>
          </ac:picMkLst>
        </pc:picChg>
        <pc:picChg chg="add mod">
          <ac:chgData name="Dr. Ashish Kumar Srivastava [MU - Jaipur]" userId="1d741576-bebf-490e-a489-c3f59b1269a8" providerId="ADAL" clId="{3E916400-3762-4589-B0D9-753CC661AAAF}" dt="2025-09-15T11:12:51.526" v="4078" actId="1076"/>
          <ac:picMkLst>
            <pc:docMk/>
            <pc:sldMk cId="3442145913" sldId="355"/>
            <ac:picMk id="4" creationId="{12F35CA3-3E93-2898-8E5B-56BA53ECFE0F}"/>
          </ac:picMkLst>
        </pc:picChg>
      </pc:sldChg>
      <pc:sldChg chg="addSp delSp modSp add mod">
        <pc:chgData name="Dr. Ashish Kumar Srivastava [MU - Jaipur]" userId="1d741576-bebf-490e-a489-c3f59b1269a8" providerId="ADAL" clId="{3E916400-3762-4589-B0D9-753CC661AAAF}" dt="2025-09-15T11:17:30.974" v="4266" actId="1076"/>
        <pc:sldMkLst>
          <pc:docMk/>
          <pc:sldMk cId="1499321659" sldId="356"/>
        </pc:sldMkLst>
        <pc:spChg chg="mod">
          <ac:chgData name="Dr. Ashish Kumar Srivastava [MU - Jaipur]" userId="1d741576-bebf-490e-a489-c3f59b1269a8" providerId="ADAL" clId="{3E916400-3762-4589-B0D9-753CC661AAAF}" dt="2025-09-15T11:17:07.820" v="4264" actId="20577"/>
          <ac:spMkLst>
            <pc:docMk/>
            <pc:sldMk cId="1499321659" sldId="356"/>
            <ac:spMk id="5" creationId="{8D59F163-412E-3A2E-2246-69F5C226C679}"/>
          </ac:spMkLst>
        </pc:spChg>
        <pc:spChg chg="mod">
          <ac:chgData name="Dr. Ashish Kumar Srivastava [MU - Jaipur]" userId="1d741576-bebf-490e-a489-c3f59b1269a8" providerId="ADAL" clId="{3E916400-3762-4589-B0D9-753CC661AAAF}" dt="2025-09-15T11:15:14.352" v="4090" actId="20577"/>
          <ac:spMkLst>
            <pc:docMk/>
            <pc:sldMk cId="1499321659" sldId="356"/>
            <ac:spMk id="25603" creationId="{B7626DF0-BAE0-0ED3-41F7-27A69517F9FC}"/>
          </ac:spMkLst>
        </pc:spChg>
        <pc:picChg chg="add mod">
          <ac:chgData name="Dr. Ashish Kumar Srivastava [MU - Jaipur]" userId="1d741576-bebf-490e-a489-c3f59b1269a8" providerId="ADAL" clId="{3E916400-3762-4589-B0D9-753CC661AAAF}" dt="2025-09-15T11:17:30.974" v="4266" actId="1076"/>
          <ac:picMkLst>
            <pc:docMk/>
            <pc:sldMk cId="1499321659" sldId="356"/>
            <ac:picMk id="3" creationId="{110F5D94-2D1C-D496-29DE-67CB126CFEFB}"/>
          </ac:picMkLst>
        </pc:picChg>
        <pc:picChg chg="del">
          <ac:chgData name="Dr. Ashish Kumar Srivastava [MU - Jaipur]" userId="1d741576-bebf-490e-a489-c3f59b1269a8" providerId="ADAL" clId="{3E916400-3762-4589-B0D9-753CC661AAAF}" dt="2025-09-15T11:15:02.447" v="4080" actId="478"/>
          <ac:picMkLst>
            <pc:docMk/>
            <pc:sldMk cId="1499321659" sldId="356"/>
            <ac:picMk id="4" creationId="{C0AE2F77-6E9A-47A4-5B7C-8336DB8B1A5C}"/>
          </ac:picMkLst>
        </pc:picChg>
      </pc:sldChg>
      <pc:sldChg chg="addSp delSp modSp add mod">
        <pc:chgData name="Dr. Ashish Kumar Srivastava [MU - Jaipur]" userId="1d741576-bebf-490e-a489-c3f59b1269a8" providerId="ADAL" clId="{3E916400-3762-4589-B0D9-753CC661AAAF}" dt="2025-09-15T11:25:17.920" v="4902" actId="20577"/>
        <pc:sldMkLst>
          <pc:docMk/>
          <pc:sldMk cId="3743786850" sldId="357"/>
        </pc:sldMkLst>
        <pc:spChg chg="mod">
          <ac:chgData name="Dr. Ashish Kumar Srivastava [MU - Jaipur]" userId="1d741576-bebf-490e-a489-c3f59b1269a8" providerId="ADAL" clId="{3E916400-3762-4589-B0D9-753CC661AAAF}" dt="2025-09-15T11:25:17.920" v="4902" actId="20577"/>
          <ac:spMkLst>
            <pc:docMk/>
            <pc:sldMk cId="3743786850" sldId="357"/>
            <ac:spMk id="5" creationId="{F53AD077-507B-B774-3E01-7BDD3258040E}"/>
          </ac:spMkLst>
        </pc:spChg>
        <pc:spChg chg="mod">
          <ac:chgData name="Dr. Ashish Kumar Srivastava [MU - Jaipur]" userId="1d741576-bebf-490e-a489-c3f59b1269a8" providerId="ADAL" clId="{3E916400-3762-4589-B0D9-753CC661AAAF}" dt="2025-09-15T11:22:30.507" v="4483" actId="20577"/>
          <ac:spMkLst>
            <pc:docMk/>
            <pc:sldMk cId="3743786850" sldId="357"/>
            <ac:spMk id="25603" creationId="{FA5DAE19-320E-E65B-CEE1-D810AC8DD232}"/>
          </ac:spMkLst>
        </pc:spChg>
        <pc:picChg chg="add mod">
          <ac:chgData name="Dr. Ashish Kumar Srivastava [MU - Jaipur]" userId="1d741576-bebf-490e-a489-c3f59b1269a8" providerId="ADAL" clId="{3E916400-3762-4589-B0D9-753CC661AAAF}" dt="2025-09-15T11:22:38.517" v="4486" actId="1076"/>
          <ac:picMkLst>
            <pc:docMk/>
            <pc:sldMk cId="3743786850" sldId="357"/>
            <ac:picMk id="3" creationId="{D8C4AB0B-62C5-C1C7-E9AF-A0DDEF95319C}"/>
          </ac:picMkLst>
        </pc:picChg>
        <pc:picChg chg="del">
          <ac:chgData name="Dr. Ashish Kumar Srivastava [MU - Jaipur]" userId="1d741576-bebf-490e-a489-c3f59b1269a8" providerId="ADAL" clId="{3E916400-3762-4589-B0D9-753CC661AAAF}" dt="2025-09-15T11:22:00.872" v="4472" actId="478"/>
          <ac:picMkLst>
            <pc:docMk/>
            <pc:sldMk cId="3743786850" sldId="357"/>
            <ac:picMk id="4" creationId="{B9907AC9-22E4-D0FD-EB02-225197EE1D30}"/>
          </ac:picMkLst>
        </pc:picChg>
      </pc:sldChg>
      <pc:sldChg chg="addSp delSp modSp add mod">
        <pc:chgData name="Dr. Ashish Kumar Srivastava [MU - Jaipur]" userId="1d741576-bebf-490e-a489-c3f59b1269a8" providerId="ADAL" clId="{3E916400-3762-4589-B0D9-753CC661AAAF}" dt="2025-09-15T11:28:22.501" v="5108" actId="1076"/>
        <pc:sldMkLst>
          <pc:docMk/>
          <pc:sldMk cId="3167499193" sldId="358"/>
        </pc:sldMkLst>
        <pc:spChg chg="mod">
          <ac:chgData name="Dr. Ashish Kumar Srivastava [MU - Jaipur]" userId="1d741576-bebf-490e-a489-c3f59b1269a8" providerId="ADAL" clId="{3E916400-3762-4589-B0D9-753CC661AAAF}" dt="2025-09-15T11:28:08.571" v="5105" actId="20577"/>
          <ac:spMkLst>
            <pc:docMk/>
            <pc:sldMk cId="3167499193" sldId="358"/>
            <ac:spMk id="5" creationId="{6D459ACD-43C3-A311-9633-6EEF80FD159A}"/>
          </ac:spMkLst>
        </pc:spChg>
        <pc:spChg chg="mod">
          <ac:chgData name="Dr. Ashish Kumar Srivastava [MU - Jaipur]" userId="1d741576-bebf-490e-a489-c3f59b1269a8" providerId="ADAL" clId="{3E916400-3762-4589-B0D9-753CC661AAAF}" dt="2025-09-15T11:27:07.684" v="4964" actId="20577"/>
          <ac:spMkLst>
            <pc:docMk/>
            <pc:sldMk cId="3167499193" sldId="358"/>
            <ac:spMk id="25603" creationId="{4B183D3E-D20B-832C-9F31-20A5D61D3F4B}"/>
          </ac:spMkLst>
        </pc:spChg>
        <pc:picChg chg="add mod">
          <ac:chgData name="Dr. Ashish Kumar Srivastava [MU - Jaipur]" userId="1d741576-bebf-490e-a489-c3f59b1269a8" providerId="ADAL" clId="{3E916400-3762-4589-B0D9-753CC661AAAF}" dt="2025-09-15T11:28:22.501" v="5108" actId="1076"/>
          <ac:picMkLst>
            <pc:docMk/>
            <pc:sldMk cId="3167499193" sldId="358"/>
            <ac:picMk id="3" creationId="{92FD82A1-4421-E36E-3154-BC92474FC003}"/>
          </ac:picMkLst>
        </pc:picChg>
        <pc:picChg chg="del">
          <ac:chgData name="Dr. Ashish Kumar Srivastava [MU - Jaipur]" userId="1d741576-bebf-490e-a489-c3f59b1269a8" providerId="ADAL" clId="{3E916400-3762-4589-B0D9-753CC661AAAF}" dt="2025-09-15T11:28:10.699" v="5106" actId="478"/>
          <ac:picMkLst>
            <pc:docMk/>
            <pc:sldMk cId="3167499193" sldId="358"/>
            <ac:picMk id="4" creationId="{4061D2E4-BA73-A44F-D40B-84D0228AFF86}"/>
          </ac:picMkLst>
        </pc:picChg>
      </pc:sldChg>
    </pc:docChg>
  </pc:docChgLst>
  <pc:docChgLst>
    <pc:chgData name="Dr. Dhaneshwar Mishra [MU - Jaipur]" userId="b99d4817-95ca-4a42-841e-f8a8d5ffa339" providerId="ADAL" clId="{741262F0-7C09-4E5E-ABBF-2173A9BFA9AB}"/>
    <pc:docChg chg="undo custSel addSld delSld modSld delMainMaster">
      <pc:chgData name="Dr. Dhaneshwar Mishra [MU - Jaipur]" userId="b99d4817-95ca-4a42-841e-f8a8d5ffa339" providerId="ADAL" clId="{741262F0-7C09-4E5E-ABBF-2173A9BFA9AB}" dt="2025-08-31T08:24:54.374" v="1143" actId="1076"/>
      <pc:docMkLst>
        <pc:docMk/>
      </pc:docMkLst>
      <pc:sldChg chg="modSp mod">
        <pc:chgData name="Dr. Dhaneshwar Mishra [MU - Jaipur]" userId="b99d4817-95ca-4a42-841e-f8a8d5ffa339" providerId="ADAL" clId="{741262F0-7C09-4E5E-ABBF-2173A9BFA9AB}" dt="2025-08-30T15:01:21.275" v="30" actId="403"/>
        <pc:sldMkLst>
          <pc:docMk/>
          <pc:sldMk cId="0" sldId="256"/>
        </pc:sldMkLst>
        <pc:spChg chg="mod">
          <ac:chgData name="Dr. Dhaneshwar Mishra [MU - Jaipur]" userId="b99d4817-95ca-4a42-841e-f8a8d5ffa339" providerId="ADAL" clId="{741262F0-7C09-4E5E-ABBF-2173A9BFA9AB}" dt="2025-08-30T15:01:21.275" v="30" actId="403"/>
          <ac:spMkLst>
            <pc:docMk/>
            <pc:sldMk cId="0" sldId="256"/>
            <ac:spMk id="4" creationId="{00000000-0000-0000-0000-000000000000}"/>
          </ac:spMkLst>
        </pc:spChg>
        <pc:spChg chg="mod">
          <ac:chgData name="Dr. Dhaneshwar Mishra [MU - Jaipur]" userId="b99d4817-95ca-4a42-841e-f8a8d5ffa339" providerId="ADAL" clId="{741262F0-7C09-4E5E-ABBF-2173A9BFA9AB}" dt="2025-08-30T15:00:52.927" v="2" actId="20577"/>
          <ac:spMkLst>
            <pc:docMk/>
            <pc:sldMk cId="0" sldId="256"/>
            <ac:spMk id="6" creationId="{DD0A4B27-CA26-7C2F-BB7E-F1E69664A6D2}"/>
          </ac:spMkLst>
        </pc:spChg>
      </pc:sldChg>
      <pc:sldChg chg="delSp modSp add mod modTransition">
        <pc:chgData name="Dr. Dhaneshwar Mishra [MU - Jaipur]" userId="b99d4817-95ca-4a42-841e-f8a8d5ffa339" providerId="ADAL" clId="{741262F0-7C09-4E5E-ABBF-2173A9BFA9AB}" dt="2025-08-31T05:53:43.601" v="470" actId="20577"/>
        <pc:sldMkLst>
          <pc:docMk/>
          <pc:sldMk cId="0" sldId="262"/>
        </pc:sldMkLst>
      </pc:sldChg>
      <pc:sldChg chg="delSp modSp add mod modTransition">
        <pc:chgData name="Dr. Dhaneshwar Mishra [MU - Jaipur]" userId="b99d4817-95ca-4a42-841e-f8a8d5ffa339" providerId="ADAL" clId="{741262F0-7C09-4E5E-ABBF-2173A9BFA9AB}" dt="2025-08-31T05:55:19.390" v="507" actId="20577"/>
        <pc:sldMkLst>
          <pc:docMk/>
          <pc:sldMk cId="0" sldId="264"/>
        </pc:sldMkLst>
      </pc:sldChg>
      <pc:sldChg chg="addSp delSp modSp add mod modTransition">
        <pc:chgData name="Dr. Dhaneshwar Mishra [MU - Jaipur]" userId="b99d4817-95ca-4a42-841e-f8a8d5ffa339" providerId="ADAL" clId="{741262F0-7C09-4E5E-ABBF-2173A9BFA9AB}" dt="2025-08-31T05:58:52.211" v="582" actId="14100"/>
        <pc:sldMkLst>
          <pc:docMk/>
          <pc:sldMk cId="0" sldId="268"/>
        </pc:sldMkLst>
      </pc:sldChg>
      <pc:sldChg chg="addSp delSp modSp add mod modTransition">
        <pc:chgData name="Dr. Dhaneshwar Mishra [MU - Jaipur]" userId="b99d4817-95ca-4a42-841e-f8a8d5ffa339" providerId="ADAL" clId="{741262F0-7C09-4E5E-ABBF-2173A9BFA9AB}" dt="2025-08-31T07:09:49.283" v="664" actId="20577"/>
        <pc:sldMkLst>
          <pc:docMk/>
          <pc:sldMk cId="0" sldId="270"/>
        </pc:sldMkLst>
      </pc:sldChg>
      <pc:sldChg chg="del">
        <pc:chgData name="Dr. Dhaneshwar Mishra [MU - Jaipur]" userId="b99d4817-95ca-4a42-841e-f8a8d5ffa339" providerId="ADAL" clId="{741262F0-7C09-4E5E-ABBF-2173A9BFA9AB}" dt="2025-08-31T05:12:28.697" v="94" actId="47"/>
        <pc:sldMkLst>
          <pc:docMk/>
          <pc:sldMk cId="0" sldId="293"/>
        </pc:sldMkLst>
      </pc:sldChg>
      <pc:sldChg chg="del">
        <pc:chgData name="Dr. Dhaneshwar Mishra [MU - Jaipur]" userId="b99d4817-95ca-4a42-841e-f8a8d5ffa339" providerId="ADAL" clId="{741262F0-7C09-4E5E-ABBF-2173A9BFA9AB}" dt="2025-08-31T05:12:28.697" v="94" actId="47"/>
        <pc:sldMkLst>
          <pc:docMk/>
          <pc:sldMk cId="0" sldId="294"/>
        </pc:sldMkLst>
      </pc:sldChg>
      <pc:sldChg chg="delSp modSp add mod modTransition">
        <pc:chgData name="Dr. Dhaneshwar Mishra [MU - Jaipur]" userId="b99d4817-95ca-4a42-841e-f8a8d5ffa339" providerId="ADAL" clId="{741262F0-7C09-4E5E-ABBF-2173A9BFA9AB}" dt="2025-08-31T07:23:53.439" v="822" actId="478"/>
        <pc:sldMkLst>
          <pc:docMk/>
          <pc:sldMk cId="0" sldId="295"/>
        </pc:sldMkLst>
      </pc:sldChg>
      <pc:sldChg chg="del">
        <pc:chgData name="Dr. Dhaneshwar Mishra [MU - Jaipur]" userId="b99d4817-95ca-4a42-841e-f8a8d5ffa339" providerId="ADAL" clId="{741262F0-7C09-4E5E-ABBF-2173A9BFA9AB}" dt="2025-08-31T05:12:28.697" v="94" actId="47"/>
        <pc:sldMkLst>
          <pc:docMk/>
          <pc:sldMk cId="0" sldId="297"/>
        </pc:sldMkLst>
      </pc:sldChg>
      <pc:sldChg chg="del">
        <pc:chgData name="Dr. Dhaneshwar Mishra [MU - Jaipur]" userId="b99d4817-95ca-4a42-841e-f8a8d5ffa339" providerId="ADAL" clId="{741262F0-7C09-4E5E-ABBF-2173A9BFA9AB}" dt="2025-08-31T05:12:28.697" v="94" actId="47"/>
        <pc:sldMkLst>
          <pc:docMk/>
          <pc:sldMk cId="0" sldId="304"/>
        </pc:sldMkLst>
      </pc:sldChg>
      <pc:sldChg chg="del">
        <pc:chgData name="Dr. Dhaneshwar Mishra [MU - Jaipur]" userId="b99d4817-95ca-4a42-841e-f8a8d5ffa339" providerId="ADAL" clId="{741262F0-7C09-4E5E-ABBF-2173A9BFA9AB}" dt="2025-08-31T05:12:28.697" v="94" actId="47"/>
        <pc:sldMkLst>
          <pc:docMk/>
          <pc:sldMk cId="0" sldId="305"/>
        </pc:sldMkLst>
      </pc:sldChg>
      <pc:sldChg chg="del">
        <pc:chgData name="Dr. Dhaneshwar Mishra [MU - Jaipur]" userId="b99d4817-95ca-4a42-841e-f8a8d5ffa339" providerId="ADAL" clId="{741262F0-7C09-4E5E-ABBF-2173A9BFA9AB}" dt="2025-08-31T05:12:28.697" v="94" actId="47"/>
        <pc:sldMkLst>
          <pc:docMk/>
          <pc:sldMk cId="0" sldId="306"/>
        </pc:sldMkLst>
      </pc:sldChg>
      <pc:sldChg chg="delSp modSp add del mod modTransition modAnim">
        <pc:chgData name="Dr. Dhaneshwar Mishra [MU - Jaipur]" userId="b99d4817-95ca-4a42-841e-f8a8d5ffa339" providerId="ADAL" clId="{741262F0-7C09-4E5E-ABBF-2173A9BFA9AB}" dt="2025-08-31T07:25:40.381" v="863" actId="5793"/>
        <pc:sldMkLst>
          <pc:docMk/>
          <pc:sldMk cId="0" sldId="307"/>
        </pc:sldMkLst>
      </pc:sldChg>
      <pc:sldChg chg="delSp modSp add mod modTransition">
        <pc:chgData name="Dr. Dhaneshwar Mishra [MU - Jaipur]" userId="b99d4817-95ca-4a42-841e-f8a8d5ffa339" providerId="ADAL" clId="{741262F0-7C09-4E5E-ABBF-2173A9BFA9AB}" dt="2025-08-31T07:27:23.588" v="885" actId="1076"/>
        <pc:sldMkLst>
          <pc:docMk/>
          <pc:sldMk cId="0" sldId="308"/>
        </pc:sldMkLst>
      </pc:sldChg>
      <pc:sldChg chg="del">
        <pc:chgData name="Dr. Dhaneshwar Mishra [MU - Jaipur]" userId="b99d4817-95ca-4a42-841e-f8a8d5ffa339" providerId="ADAL" clId="{741262F0-7C09-4E5E-ABBF-2173A9BFA9AB}" dt="2025-08-31T05:12:28.697" v="94" actId="47"/>
        <pc:sldMkLst>
          <pc:docMk/>
          <pc:sldMk cId="0" sldId="315"/>
        </pc:sldMkLst>
      </pc:sldChg>
      <pc:sldChg chg="addSp delSp modSp add mod modAnim">
        <pc:chgData name="Dr. Dhaneshwar Mishra [MU - Jaipur]" userId="b99d4817-95ca-4a42-841e-f8a8d5ffa339" providerId="ADAL" clId="{741262F0-7C09-4E5E-ABBF-2173A9BFA9AB}" dt="2025-08-31T07:14:23.458" v="713" actId="1076"/>
        <pc:sldMkLst>
          <pc:docMk/>
          <pc:sldMk cId="0" sldId="321"/>
        </pc:sldMkLst>
      </pc:sldChg>
      <pc:sldChg chg="delSp modSp add del mod">
        <pc:chgData name="Dr. Dhaneshwar Mishra [MU - Jaipur]" userId="b99d4817-95ca-4a42-841e-f8a8d5ffa339" providerId="ADAL" clId="{741262F0-7C09-4E5E-ABBF-2173A9BFA9AB}" dt="2025-08-31T08:09:19.776" v="886" actId="47"/>
        <pc:sldMkLst>
          <pc:docMk/>
          <pc:sldMk cId="0" sldId="322"/>
        </pc:sldMkLst>
      </pc:sldChg>
      <pc:sldChg chg="delSp modSp add mod">
        <pc:chgData name="Dr. Dhaneshwar Mishra [MU - Jaipur]" userId="b99d4817-95ca-4a42-841e-f8a8d5ffa339" providerId="ADAL" clId="{741262F0-7C09-4E5E-ABBF-2173A9BFA9AB}" dt="2025-08-30T15:07:37.794" v="88" actId="21"/>
        <pc:sldMkLst>
          <pc:docMk/>
          <pc:sldMk cId="0" sldId="323"/>
        </pc:sldMkLst>
      </pc:sldChg>
      <pc:sldChg chg="del">
        <pc:chgData name="Dr. Dhaneshwar Mishra [MU - Jaipur]" userId="b99d4817-95ca-4a42-841e-f8a8d5ffa339" providerId="ADAL" clId="{741262F0-7C09-4E5E-ABBF-2173A9BFA9AB}" dt="2025-08-31T05:12:28.697" v="94" actId="47"/>
        <pc:sldMkLst>
          <pc:docMk/>
          <pc:sldMk cId="2246172808" sldId="361"/>
        </pc:sldMkLst>
      </pc:sldChg>
      <pc:sldChg chg="del">
        <pc:chgData name="Dr. Dhaneshwar Mishra [MU - Jaipur]" userId="b99d4817-95ca-4a42-841e-f8a8d5ffa339" providerId="ADAL" clId="{741262F0-7C09-4E5E-ABBF-2173A9BFA9AB}" dt="2025-08-31T05:12:28.697" v="94" actId="47"/>
        <pc:sldMkLst>
          <pc:docMk/>
          <pc:sldMk cId="2542640371" sldId="362"/>
        </pc:sldMkLst>
      </pc:sldChg>
      <pc:sldChg chg="del">
        <pc:chgData name="Dr. Dhaneshwar Mishra [MU - Jaipur]" userId="b99d4817-95ca-4a42-841e-f8a8d5ffa339" providerId="ADAL" clId="{741262F0-7C09-4E5E-ABBF-2173A9BFA9AB}" dt="2025-08-31T05:12:28.697" v="94" actId="47"/>
        <pc:sldMkLst>
          <pc:docMk/>
          <pc:sldMk cId="394770241" sldId="363"/>
        </pc:sldMkLst>
      </pc:sldChg>
      <pc:sldChg chg="del">
        <pc:chgData name="Dr. Dhaneshwar Mishra [MU - Jaipur]" userId="b99d4817-95ca-4a42-841e-f8a8d5ffa339" providerId="ADAL" clId="{741262F0-7C09-4E5E-ABBF-2173A9BFA9AB}" dt="2025-08-31T05:12:28.697" v="94" actId="47"/>
        <pc:sldMkLst>
          <pc:docMk/>
          <pc:sldMk cId="2257034389" sldId="364"/>
        </pc:sldMkLst>
      </pc:sldChg>
      <pc:sldChg chg="addSp delSp modSp new del mod">
        <pc:chgData name="Dr. Dhaneshwar Mishra [MU - Jaipur]" userId="b99d4817-95ca-4a42-841e-f8a8d5ffa339" providerId="ADAL" clId="{741262F0-7C09-4E5E-ABBF-2173A9BFA9AB}" dt="2025-08-31T08:09:19.776" v="886" actId="47"/>
        <pc:sldMkLst>
          <pc:docMk/>
          <pc:sldMk cId="448481820" sldId="365"/>
        </pc:sldMkLst>
      </pc:sldChg>
      <pc:sldChg chg="modSp add del mod modTransition">
        <pc:chgData name="Dr. Dhaneshwar Mishra [MU - Jaipur]" userId="b99d4817-95ca-4a42-841e-f8a8d5ffa339" providerId="ADAL" clId="{741262F0-7C09-4E5E-ABBF-2173A9BFA9AB}" dt="2025-08-31T07:09:56.643" v="665" actId="47"/>
        <pc:sldMkLst>
          <pc:docMk/>
          <pc:sldMk cId="0" sldId="389"/>
        </pc:sldMkLst>
      </pc:sldChg>
      <pc:sldChg chg="addSp delSp modSp add mod modTransition delAnim">
        <pc:chgData name="Dr. Dhaneshwar Mishra [MU - Jaipur]" userId="b99d4817-95ca-4a42-841e-f8a8d5ffa339" providerId="ADAL" clId="{741262F0-7C09-4E5E-ABBF-2173A9BFA9AB}" dt="2025-08-31T07:10:54.744" v="679" actId="1076"/>
        <pc:sldMkLst>
          <pc:docMk/>
          <pc:sldMk cId="0" sldId="396"/>
        </pc:sldMkLst>
      </pc:sldChg>
      <pc:sldChg chg="addSp delSp modSp new mod">
        <pc:chgData name="Dr. Dhaneshwar Mishra [MU - Jaipur]" userId="b99d4817-95ca-4a42-841e-f8a8d5ffa339" providerId="ADAL" clId="{741262F0-7C09-4E5E-ABBF-2173A9BFA9AB}" dt="2025-08-31T07:18:50.747" v="785" actId="20577"/>
        <pc:sldMkLst>
          <pc:docMk/>
          <pc:sldMk cId="3768443224" sldId="397"/>
        </pc:sldMkLst>
      </pc:sldChg>
      <pc:sldChg chg="addSp delSp modSp new mod modClrScheme chgLayout">
        <pc:chgData name="Dr. Dhaneshwar Mishra [MU - Jaipur]" userId="b99d4817-95ca-4a42-841e-f8a8d5ffa339" providerId="ADAL" clId="{741262F0-7C09-4E5E-ABBF-2173A9BFA9AB}" dt="2025-08-31T08:22:25.879" v="1109" actId="113"/>
        <pc:sldMkLst>
          <pc:docMk/>
          <pc:sldMk cId="3376942750" sldId="398"/>
        </pc:sldMkLst>
      </pc:sldChg>
      <pc:sldChg chg="addSp delSp modSp new mod">
        <pc:chgData name="Dr. Dhaneshwar Mishra [MU - Jaipur]" userId="b99d4817-95ca-4a42-841e-f8a8d5ffa339" providerId="ADAL" clId="{741262F0-7C09-4E5E-ABBF-2173A9BFA9AB}" dt="2025-08-31T08:24:54.374" v="1143" actId="1076"/>
        <pc:sldMkLst>
          <pc:docMk/>
          <pc:sldMk cId="975313381" sldId="399"/>
        </pc:sldMkLst>
      </pc:sldChg>
      <pc:sldMasterChg chg="delSldLayout">
        <pc:chgData name="Dr. Dhaneshwar Mishra [MU - Jaipur]" userId="b99d4817-95ca-4a42-841e-f8a8d5ffa339" providerId="ADAL" clId="{741262F0-7C09-4E5E-ABBF-2173A9BFA9AB}" dt="2025-08-31T05:12:28.697" v="94" actId="47"/>
        <pc:sldMasterMkLst>
          <pc:docMk/>
          <pc:sldMasterMk cId="0" sldId="2147483648"/>
        </pc:sldMasterMkLst>
        <pc:sldLayoutChg chg="del">
          <pc:chgData name="Dr. Dhaneshwar Mishra [MU - Jaipur]" userId="b99d4817-95ca-4a42-841e-f8a8d5ffa339" providerId="ADAL" clId="{741262F0-7C09-4E5E-ABBF-2173A9BFA9AB}" dt="2025-08-31T05:12:28.697" v="94" actId="47"/>
          <pc:sldLayoutMkLst>
            <pc:docMk/>
            <pc:sldMasterMk cId="0" sldId="2147483648"/>
            <pc:sldLayoutMk cId="2993437988" sldId="2147483666"/>
          </pc:sldLayoutMkLst>
        </pc:sldLayoutChg>
      </pc:sldMasterChg>
      <pc:sldMasterChg chg="del delSldLayout">
        <pc:chgData name="Dr. Dhaneshwar Mishra [MU - Jaipur]" userId="b99d4817-95ca-4a42-841e-f8a8d5ffa339" providerId="ADAL" clId="{741262F0-7C09-4E5E-ABBF-2173A9BFA9AB}" dt="2025-08-31T05:12:28.697" v="94" actId="47"/>
        <pc:sldMasterMkLst>
          <pc:docMk/>
          <pc:sldMasterMk cId="401009927" sldId="2147483667"/>
        </pc:sldMasterMkLst>
        <pc:sldLayoutChg chg="del">
          <pc:chgData name="Dr. Dhaneshwar Mishra [MU - Jaipur]" userId="b99d4817-95ca-4a42-841e-f8a8d5ffa339" providerId="ADAL" clId="{741262F0-7C09-4E5E-ABBF-2173A9BFA9AB}" dt="2025-08-31T05:12:28.697" v="94" actId="47"/>
          <pc:sldLayoutMkLst>
            <pc:docMk/>
            <pc:sldMasterMk cId="401009927" sldId="2147483667"/>
            <pc:sldLayoutMk cId="2654276992" sldId="2147483668"/>
          </pc:sldLayoutMkLst>
        </pc:sldLayoutChg>
        <pc:sldLayoutChg chg="del">
          <pc:chgData name="Dr. Dhaneshwar Mishra [MU - Jaipur]" userId="b99d4817-95ca-4a42-841e-f8a8d5ffa339" providerId="ADAL" clId="{741262F0-7C09-4E5E-ABBF-2173A9BFA9AB}" dt="2025-08-31T05:12:28.697" v="94" actId="47"/>
          <pc:sldLayoutMkLst>
            <pc:docMk/>
            <pc:sldMasterMk cId="401009927" sldId="2147483667"/>
            <pc:sldLayoutMk cId="3018660590" sldId="2147483669"/>
          </pc:sldLayoutMkLst>
        </pc:sldLayoutChg>
        <pc:sldLayoutChg chg="del">
          <pc:chgData name="Dr. Dhaneshwar Mishra [MU - Jaipur]" userId="b99d4817-95ca-4a42-841e-f8a8d5ffa339" providerId="ADAL" clId="{741262F0-7C09-4E5E-ABBF-2173A9BFA9AB}" dt="2025-08-31T05:12:28.697" v="94" actId="47"/>
          <pc:sldLayoutMkLst>
            <pc:docMk/>
            <pc:sldMasterMk cId="401009927" sldId="2147483667"/>
            <pc:sldLayoutMk cId="548769942" sldId="2147483670"/>
          </pc:sldLayoutMkLst>
        </pc:sldLayoutChg>
        <pc:sldLayoutChg chg="del">
          <pc:chgData name="Dr. Dhaneshwar Mishra [MU - Jaipur]" userId="b99d4817-95ca-4a42-841e-f8a8d5ffa339" providerId="ADAL" clId="{741262F0-7C09-4E5E-ABBF-2173A9BFA9AB}" dt="2025-08-31T05:12:28.697" v="94" actId="47"/>
          <pc:sldLayoutMkLst>
            <pc:docMk/>
            <pc:sldMasterMk cId="401009927" sldId="2147483667"/>
            <pc:sldLayoutMk cId="918052629" sldId="2147483671"/>
          </pc:sldLayoutMkLst>
        </pc:sldLayoutChg>
        <pc:sldLayoutChg chg="del">
          <pc:chgData name="Dr. Dhaneshwar Mishra [MU - Jaipur]" userId="b99d4817-95ca-4a42-841e-f8a8d5ffa339" providerId="ADAL" clId="{741262F0-7C09-4E5E-ABBF-2173A9BFA9AB}" dt="2025-08-31T05:12:28.697" v="94" actId="47"/>
          <pc:sldLayoutMkLst>
            <pc:docMk/>
            <pc:sldMasterMk cId="401009927" sldId="2147483667"/>
            <pc:sldLayoutMk cId="3759240711" sldId="2147483672"/>
          </pc:sldLayoutMkLst>
        </pc:sldLayoutChg>
      </pc:sldMasterChg>
    </pc:docChg>
  </pc:docChgLst>
  <pc:docChgLst>
    <pc:chgData name="Dr. Ashish Kumar Srivastava [MU - Jaipur]" userId="1d741576-bebf-490e-a489-c3f59b1269a8" providerId="ADAL" clId="{3CA938F8-3B62-4FDF-A7D2-1F46BBC5DE0E}"/>
    <pc:docChg chg="undo custSel addSld delSld modSld addSection delSection modSection">
      <pc:chgData name="Dr. Ashish Kumar Srivastava [MU - Jaipur]" userId="1d741576-bebf-490e-a489-c3f59b1269a8" providerId="ADAL" clId="{3CA938F8-3B62-4FDF-A7D2-1F46BBC5DE0E}" dt="2025-09-08T11:57:39.289" v="852" actId="20577"/>
      <pc:docMkLst>
        <pc:docMk/>
      </pc:docMkLst>
      <pc:sldChg chg="modSp mod">
        <pc:chgData name="Dr. Ashish Kumar Srivastava [MU - Jaipur]" userId="1d741576-bebf-490e-a489-c3f59b1269a8" providerId="ADAL" clId="{3CA938F8-3B62-4FDF-A7D2-1F46BBC5DE0E}" dt="2025-09-08T11:57:39.289" v="852" actId="20577"/>
        <pc:sldMkLst>
          <pc:docMk/>
          <pc:sldMk cId="0" sldId="256"/>
        </pc:sldMkLst>
        <pc:spChg chg="mod">
          <ac:chgData name="Dr. Ashish Kumar Srivastava [MU - Jaipur]" userId="1d741576-bebf-490e-a489-c3f59b1269a8" providerId="ADAL" clId="{3CA938F8-3B62-4FDF-A7D2-1F46BBC5DE0E}" dt="2025-09-08T10:16:24.110" v="2"/>
          <ac:spMkLst>
            <pc:docMk/>
            <pc:sldMk cId="0" sldId="256"/>
            <ac:spMk id="4" creationId="{00000000-0000-0000-0000-000000000000}"/>
          </ac:spMkLst>
        </pc:spChg>
        <pc:spChg chg="mod">
          <ac:chgData name="Dr. Ashish Kumar Srivastava [MU - Jaipur]" userId="1d741576-bebf-490e-a489-c3f59b1269a8" providerId="ADAL" clId="{3CA938F8-3B62-4FDF-A7D2-1F46BBC5DE0E}" dt="2025-09-08T11:57:39.289" v="852" actId="20577"/>
          <ac:spMkLst>
            <pc:docMk/>
            <pc:sldMk cId="0" sldId="256"/>
            <ac:spMk id="6" creationId="{DD0A4B27-CA26-7C2F-BB7E-F1E69664A6D2}"/>
          </ac:spMkLst>
        </pc:spChg>
      </pc:sldChg>
      <pc:sldChg chg="addSp delSp modSp mod delAnim modAnim">
        <pc:chgData name="Dr. Ashish Kumar Srivastava [MU - Jaipur]" userId="1d741576-bebf-490e-a489-c3f59b1269a8" providerId="ADAL" clId="{3CA938F8-3B62-4FDF-A7D2-1F46BBC5DE0E}" dt="2025-09-08T10:40:58.502" v="106" actId="20577"/>
        <pc:sldMkLst>
          <pc:docMk/>
          <pc:sldMk cId="0" sldId="262"/>
        </pc:sldMkLst>
      </pc:sldChg>
      <pc:sldChg chg="addSp delSp modSp mod delAnim">
        <pc:chgData name="Dr. Ashish Kumar Srivastava [MU - Jaipur]" userId="1d741576-bebf-490e-a489-c3f59b1269a8" providerId="ADAL" clId="{3CA938F8-3B62-4FDF-A7D2-1F46BBC5DE0E}" dt="2025-09-08T10:42:52.668" v="123" actId="14100"/>
        <pc:sldMkLst>
          <pc:docMk/>
          <pc:sldMk cId="0" sldId="264"/>
        </pc:sldMkLst>
      </pc:sldChg>
      <pc:sldChg chg="addSp delSp modSp mod delAnim">
        <pc:chgData name="Dr. Ashish Kumar Srivastava [MU - Jaipur]" userId="1d741576-bebf-490e-a489-c3f59b1269a8" providerId="ADAL" clId="{3CA938F8-3B62-4FDF-A7D2-1F46BBC5DE0E}" dt="2025-09-08T11:02:04.725" v="276" actId="255"/>
        <pc:sldMkLst>
          <pc:docMk/>
          <pc:sldMk cId="0" sldId="268"/>
        </pc:sldMkLst>
      </pc:sldChg>
      <pc:sldChg chg="del">
        <pc:chgData name="Dr. Ashish Kumar Srivastava [MU - Jaipur]" userId="1d741576-bebf-490e-a489-c3f59b1269a8" providerId="ADAL" clId="{3CA938F8-3B62-4FDF-A7D2-1F46BBC5DE0E}" dt="2025-09-08T11:02:19.797" v="277" actId="47"/>
        <pc:sldMkLst>
          <pc:docMk/>
          <pc:sldMk cId="0" sldId="270"/>
        </pc:sldMkLst>
      </pc:sldChg>
      <pc:sldChg chg="del">
        <pc:chgData name="Dr. Ashish Kumar Srivastava [MU - Jaipur]" userId="1d741576-bebf-490e-a489-c3f59b1269a8" providerId="ADAL" clId="{3CA938F8-3B62-4FDF-A7D2-1F46BBC5DE0E}" dt="2025-09-08T11:02:41.488" v="284" actId="47"/>
        <pc:sldMkLst>
          <pc:docMk/>
          <pc:sldMk cId="0" sldId="295"/>
        </pc:sldMkLst>
      </pc:sldChg>
      <pc:sldChg chg="del">
        <pc:chgData name="Dr. Ashish Kumar Srivastava [MU - Jaipur]" userId="1d741576-bebf-490e-a489-c3f59b1269a8" providerId="ADAL" clId="{3CA938F8-3B62-4FDF-A7D2-1F46BBC5DE0E}" dt="2025-09-08T11:02:30.302" v="280" actId="47"/>
        <pc:sldMkLst>
          <pc:docMk/>
          <pc:sldMk cId="0" sldId="307"/>
        </pc:sldMkLst>
      </pc:sldChg>
      <pc:sldChg chg="del">
        <pc:chgData name="Dr. Ashish Kumar Srivastava [MU - Jaipur]" userId="1d741576-bebf-490e-a489-c3f59b1269a8" providerId="ADAL" clId="{3CA938F8-3B62-4FDF-A7D2-1F46BBC5DE0E}" dt="2025-09-08T11:02:32.872" v="281" actId="47"/>
        <pc:sldMkLst>
          <pc:docMk/>
          <pc:sldMk cId="0" sldId="308"/>
        </pc:sldMkLst>
      </pc:sldChg>
      <pc:sldChg chg="addSp delSp modSp mod delAnim chgLayout">
        <pc:chgData name="Dr. Ashish Kumar Srivastava [MU - Jaipur]" userId="1d741576-bebf-490e-a489-c3f59b1269a8" providerId="ADAL" clId="{3CA938F8-3B62-4FDF-A7D2-1F46BBC5DE0E}" dt="2025-09-08T10:36:59.569" v="72" actId="255"/>
        <pc:sldMkLst>
          <pc:docMk/>
          <pc:sldMk cId="0" sldId="321"/>
        </pc:sldMkLst>
      </pc:sldChg>
      <pc:sldChg chg="addSp modSp new mod">
        <pc:chgData name="Dr. Ashish Kumar Srivastava [MU - Jaipur]" userId="1d741576-bebf-490e-a489-c3f59b1269a8" providerId="ADAL" clId="{3CA938F8-3B62-4FDF-A7D2-1F46BBC5DE0E}" dt="2025-09-08T11:03:07.197" v="288" actId="14100"/>
        <pc:sldMkLst>
          <pc:docMk/>
          <pc:sldMk cId="223179651" sldId="324"/>
        </pc:sldMkLst>
      </pc:sldChg>
      <pc:sldChg chg="addSp delSp modSp new mod">
        <pc:chgData name="Dr. Ashish Kumar Srivastava [MU - Jaipur]" userId="1d741576-bebf-490e-a489-c3f59b1269a8" providerId="ADAL" clId="{3CA938F8-3B62-4FDF-A7D2-1F46BBC5DE0E}" dt="2025-09-08T11:30:48.313" v="713" actId="1076"/>
        <pc:sldMkLst>
          <pc:docMk/>
          <pc:sldMk cId="4018910586" sldId="325"/>
        </pc:sldMkLst>
      </pc:sldChg>
      <pc:sldChg chg="addSp modSp new mod">
        <pc:chgData name="Dr. Ashish Kumar Srivastava [MU - Jaipur]" userId="1d741576-bebf-490e-a489-c3f59b1269a8" providerId="ADAL" clId="{3CA938F8-3B62-4FDF-A7D2-1F46BBC5DE0E}" dt="2025-09-08T11:51:09.157" v="740" actId="1076"/>
        <pc:sldMkLst>
          <pc:docMk/>
          <pc:sldMk cId="2939275083" sldId="326"/>
        </pc:sldMkLst>
      </pc:sldChg>
      <pc:sldChg chg="addSp modSp new mod">
        <pc:chgData name="Dr. Ashish Kumar Srivastava [MU - Jaipur]" userId="1d741576-bebf-490e-a489-c3f59b1269a8" providerId="ADAL" clId="{3CA938F8-3B62-4FDF-A7D2-1F46BBC5DE0E}" dt="2025-09-08T11:52:57.540" v="767" actId="14100"/>
        <pc:sldMkLst>
          <pc:docMk/>
          <pc:sldMk cId="2095393794" sldId="327"/>
        </pc:sldMkLst>
      </pc:sldChg>
      <pc:sldChg chg="addSp modSp new mod">
        <pc:chgData name="Dr. Ashish Kumar Srivastava [MU - Jaipur]" userId="1d741576-bebf-490e-a489-c3f59b1269a8" providerId="ADAL" clId="{3CA938F8-3B62-4FDF-A7D2-1F46BBC5DE0E}" dt="2025-09-08T11:54:13.851" v="790" actId="14100"/>
        <pc:sldMkLst>
          <pc:docMk/>
          <pc:sldMk cId="3267038010" sldId="328"/>
        </pc:sldMkLst>
      </pc:sldChg>
      <pc:sldChg chg="addSp modSp new mod">
        <pc:chgData name="Dr. Ashish Kumar Srivastava [MU - Jaipur]" userId="1d741576-bebf-490e-a489-c3f59b1269a8" providerId="ADAL" clId="{3CA938F8-3B62-4FDF-A7D2-1F46BBC5DE0E}" dt="2025-09-08T11:55:48.920" v="821" actId="1076"/>
        <pc:sldMkLst>
          <pc:docMk/>
          <pc:sldMk cId="4070718552" sldId="329"/>
        </pc:sldMkLst>
      </pc:sldChg>
      <pc:sldChg chg="addSp modSp new mod">
        <pc:chgData name="Dr. Ashish Kumar Srivastava [MU - Jaipur]" userId="1d741576-bebf-490e-a489-c3f59b1269a8" providerId="ADAL" clId="{3CA938F8-3B62-4FDF-A7D2-1F46BBC5DE0E}" dt="2025-09-08T11:57:16.082" v="850" actId="14100"/>
        <pc:sldMkLst>
          <pc:docMk/>
          <pc:sldMk cId="3950227926" sldId="330"/>
        </pc:sldMkLst>
      </pc:sldChg>
      <pc:sldChg chg="del">
        <pc:chgData name="Dr. Ashish Kumar Srivastava [MU - Jaipur]" userId="1d741576-bebf-490e-a489-c3f59b1269a8" providerId="ADAL" clId="{3CA938F8-3B62-4FDF-A7D2-1F46BBC5DE0E}" dt="2025-09-08T11:02:23.621" v="278" actId="47"/>
        <pc:sldMkLst>
          <pc:docMk/>
          <pc:sldMk cId="0" sldId="396"/>
        </pc:sldMkLst>
      </pc:sldChg>
      <pc:sldChg chg="del">
        <pc:chgData name="Dr. Ashish Kumar Srivastava [MU - Jaipur]" userId="1d741576-bebf-490e-a489-c3f59b1269a8" providerId="ADAL" clId="{3CA938F8-3B62-4FDF-A7D2-1F46BBC5DE0E}" dt="2025-09-08T11:02:27.221" v="279" actId="47"/>
        <pc:sldMkLst>
          <pc:docMk/>
          <pc:sldMk cId="3768443224" sldId="397"/>
        </pc:sldMkLst>
      </pc:sldChg>
      <pc:sldChg chg="del">
        <pc:chgData name="Dr. Ashish Kumar Srivastava [MU - Jaipur]" userId="1d741576-bebf-490e-a489-c3f59b1269a8" providerId="ADAL" clId="{3CA938F8-3B62-4FDF-A7D2-1F46BBC5DE0E}" dt="2025-09-08T11:02:34.523" v="282" actId="47"/>
        <pc:sldMkLst>
          <pc:docMk/>
          <pc:sldMk cId="3376942750" sldId="398"/>
        </pc:sldMkLst>
      </pc:sldChg>
      <pc:sldChg chg="del">
        <pc:chgData name="Dr. Ashish Kumar Srivastava [MU - Jaipur]" userId="1d741576-bebf-490e-a489-c3f59b1269a8" providerId="ADAL" clId="{3CA938F8-3B62-4FDF-A7D2-1F46BBC5DE0E}" dt="2025-09-08T11:02:36.820" v="283" actId="47"/>
        <pc:sldMkLst>
          <pc:docMk/>
          <pc:sldMk cId="975313381" sldId="3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B4936-67D7-410A-98A3-74B2FDB9C98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5860D2-00FC-4F1E-8FA4-8D375C9A4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495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A4182-EBD0-2E21-BDD4-30379D552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EADA9F5B-D5CD-480A-F75C-C733683264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0E781508-AB3D-8045-FDC6-974C141E1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r>
              <a:rPr dirty="0"/>
              <a:t>Engagement of entire blade into cutting need higher forces. Therefore, inclined blade is used to reduce force.</a:t>
            </a:r>
            <a:endParaRPr lang="tr-TR" altLang="x-none" dirty="0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25007A64-FFE5-59B5-ED57-E0B36231537B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sz="1200" dirty="0"/>
              <a:t>2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26321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-3047" y="1036294"/>
            <a:ext cx="9885934" cy="135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1140440" y="3047"/>
            <a:ext cx="1051559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523" y="1082039"/>
            <a:ext cx="9839325" cy="0"/>
          </a:xfrm>
          <a:custGeom>
            <a:avLst/>
            <a:gdLst/>
            <a:ahLst/>
            <a:cxnLst/>
            <a:rect l="l" t="t" r="r" b="b"/>
            <a:pathLst>
              <a:path w="9839325">
                <a:moveTo>
                  <a:pt x="0" y="0"/>
                </a:moveTo>
                <a:lnTo>
                  <a:pt x="9838944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523" y="1059180"/>
            <a:ext cx="9839325" cy="45720"/>
          </a:xfrm>
          <a:custGeom>
            <a:avLst/>
            <a:gdLst/>
            <a:ahLst/>
            <a:cxnLst/>
            <a:rect l="l" t="t" r="r" b="b"/>
            <a:pathLst>
              <a:path w="9839325" h="45719">
                <a:moveTo>
                  <a:pt x="0" y="45720"/>
                </a:moveTo>
                <a:lnTo>
                  <a:pt x="9838944" y="45720"/>
                </a:lnTo>
                <a:lnTo>
                  <a:pt x="9838944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914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-3047" y="1036294"/>
            <a:ext cx="9885934" cy="135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1140440" y="3047"/>
            <a:ext cx="1051559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523" y="1082039"/>
            <a:ext cx="9839325" cy="0"/>
          </a:xfrm>
          <a:custGeom>
            <a:avLst/>
            <a:gdLst/>
            <a:ahLst/>
            <a:cxnLst/>
            <a:rect l="l" t="t" r="r" b="b"/>
            <a:pathLst>
              <a:path w="9839325">
                <a:moveTo>
                  <a:pt x="0" y="0"/>
                </a:moveTo>
                <a:lnTo>
                  <a:pt x="9838944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523" y="1059180"/>
            <a:ext cx="9839325" cy="45720"/>
          </a:xfrm>
          <a:custGeom>
            <a:avLst/>
            <a:gdLst/>
            <a:ahLst/>
            <a:cxnLst/>
            <a:rect l="l" t="t" r="r" b="b"/>
            <a:pathLst>
              <a:path w="9839325" h="45719">
                <a:moveTo>
                  <a:pt x="0" y="45720"/>
                </a:moveTo>
                <a:lnTo>
                  <a:pt x="9838944" y="45720"/>
                </a:lnTo>
                <a:lnTo>
                  <a:pt x="9838944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914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9663683" y="1082039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5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523" y="1082039"/>
            <a:ext cx="2529840" cy="0"/>
          </a:xfrm>
          <a:custGeom>
            <a:avLst/>
            <a:gdLst/>
            <a:ahLst/>
            <a:cxnLst/>
            <a:rect l="l" t="t" r="r" b="b"/>
            <a:pathLst>
              <a:path w="2529840">
                <a:moveTo>
                  <a:pt x="0" y="0"/>
                </a:moveTo>
                <a:lnTo>
                  <a:pt x="2529840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-3047" y="1036294"/>
            <a:ext cx="9885934" cy="135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1140440" y="3047"/>
            <a:ext cx="1051559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9663683" y="1082039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5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523" y="1082039"/>
            <a:ext cx="2529840" cy="0"/>
          </a:xfrm>
          <a:custGeom>
            <a:avLst/>
            <a:gdLst/>
            <a:ahLst/>
            <a:cxnLst/>
            <a:rect l="l" t="t" r="r" b="b"/>
            <a:pathLst>
              <a:path w="2529840">
                <a:moveTo>
                  <a:pt x="0" y="0"/>
                </a:moveTo>
                <a:lnTo>
                  <a:pt x="2529840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1523" y="1059180"/>
            <a:ext cx="9839325" cy="45720"/>
          </a:xfrm>
          <a:custGeom>
            <a:avLst/>
            <a:gdLst/>
            <a:ahLst/>
            <a:cxnLst/>
            <a:rect l="l" t="t" r="r" b="b"/>
            <a:pathLst>
              <a:path w="9839325" h="45719">
                <a:moveTo>
                  <a:pt x="0" y="45720"/>
                </a:moveTo>
                <a:lnTo>
                  <a:pt x="9838944" y="45720"/>
                </a:lnTo>
                <a:lnTo>
                  <a:pt x="9838944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914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2465832" y="457200"/>
            <a:ext cx="7258684" cy="372605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2531364" y="504444"/>
            <a:ext cx="7132320" cy="3599815"/>
          </a:xfrm>
          <a:custGeom>
            <a:avLst/>
            <a:gdLst/>
            <a:ahLst/>
            <a:cxnLst/>
            <a:rect l="l" t="t" r="r" b="b"/>
            <a:pathLst>
              <a:path w="7132320" h="3599815">
                <a:moveTo>
                  <a:pt x="0" y="3599687"/>
                </a:moveTo>
                <a:lnTo>
                  <a:pt x="7132320" y="3599687"/>
                </a:lnTo>
                <a:lnTo>
                  <a:pt x="7132320" y="0"/>
                </a:lnTo>
                <a:lnTo>
                  <a:pt x="0" y="0"/>
                </a:lnTo>
                <a:lnTo>
                  <a:pt x="0" y="3599687"/>
                </a:lnTo>
                <a:close/>
              </a:path>
            </a:pathLst>
          </a:custGeom>
          <a:ln w="9144">
            <a:solidFill>
              <a:srgbClr val="C7C9C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2694432" y="667512"/>
            <a:ext cx="6803135" cy="32735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71981" y="2271725"/>
            <a:ext cx="9448037" cy="2202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4948" y="1379677"/>
            <a:ext cx="10522102" cy="1962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87354" y="6595440"/>
            <a:ext cx="20447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4153" y="253830"/>
            <a:ext cx="11783694" cy="6217920"/>
          </a:xfrm>
          <a:custGeom>
            <a:avLst/>
            <a:gdLst/>
            <a:ahLst/>
            <a:cxnLst/>
            <a:rect l="l" t="t" r="r" b="b"/>
            <a:pathLst>
              <a:path w="11549380" h="6217920">
                <a:moveTo>
                  <a:pt x="0" y="6217920"/>
                </a:moveTo>
                <a:lnTo>
                  <a:pt x="11548872" y="6217920"/>
                </a:lnTo>
                <a:lnTo>
                  <a:pt x="11548872" y="0"/>
                </a:lnTo>
                <a:lnTo>
                  <a:pt x="0" y="0"/>
                </a:lnTo>
                <a:lnTo>
                  <a:pt x="0" y="6217920"/>
                </a:lnTo>
                <a:close/>
              </a:path>
            </a:pathLst>
          </a:custGeom>
          <a:solidFill>
            <a:srgbClr val="000000">
              <a:alpha val="784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8288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63930" y="2677122"/>
            <a:ext cx="11023917" cy="1383392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696335" marR="5080" algn="ctr">
              <a:lnSpc>
                <a:spcPts val="5190"/>
              </a:lnSpc>
              <a:spcBef>
                <a:spcPts val="750"/>
              </a:spcBef>
            </a:pPr>
            <a:r>
              <a:rPr kumimoji="0" lang="en-US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2E5496"/>
                </a:solidFill>
                <a:effectLst/>
                <a:uLnTx/>
                <a:uFillTx/>
                <a:latin typeface="Times New Roman"/>
                <a:ea typeface="+mj-ea"/>
                <a:cs typeface="Times New Roman"/>
              </a:rPr>
              <a:t>ABRASIVE JET MACHINING</a:t>
            </a:r>
            <a:br>
              <a:rPr kumimoji="0" lang="en-US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2E5496"/>
                </a:solidFill>
                <a:effectLst/>
                <a:uLnTx/>
                <a:uFillTx/>
                <a:latin typeface="Times New Roman"/>
                <a:ea typeface="+mj-ea"/>
                <a:cs typeface="Times New Roman"/>
              </a:rPr>
            </a:br>
            <a:r>
              <a:rPr kumimoji="0" lang="en-US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2E5496"/>
                </a:solidFill>
                <a:effectLst/>
                <a:uLnTx/>
                <a:uFillTx/>
                <a:latin typeface="Times New Roman"/>
                <a:ea typeface="+mj-ea"/>
                <a:cs typeface="Times New Roman"/>
              </a:rPr>
              <a:t>(AJM) </a:t>
            </a:r>
            <a:endParaRPr sz="4000" spc="-60" dirty="0"/>
          </a:p>
        </p:txBody>
      </p:sp>
      <p:sp>
        <p:nvSpPr>
          <p:cNvPr id="5" name="object 5"/>
          <p:cNvSpPr/>
          <p:nvPr/>
        </p:nvSpPr>
        <p:spPr>
          <a:xfrm>
            <a:off x="11204702" y="6175667"/>
            <a:ext cx="49530" cy="85725"/>
          </a:xfrm>
          <a:custGeom>
            <a:avLst/>
            <a:gdLst/>
            <a:ahLst/>
            <a:cxnLst/>
            <a:rect l="l" t="t" r="r" b="b"/>
            <a:pathLst>
              <a:path w="49529" h="85725">
                <a:moveTo>
                  <a:pt x="47244" y="76301"/>
                </a:moveTo>
                <a:lnTo>
                  <a:pt x="2286" y="76301"/>
                </a:lnTo>
                <a:lnTo>
                  <a:pt x="2031" y="76390"/>
                </a:lnTo>
                <a:lnTo>
                  <a:pt x="1777" y="76593"/>
                </a:lnTo>
                <a:lnTo>
                  <a:pt x="1397" y="76784"/>
                </a:lnTo>
                <a:lnTo>
                  <a:pt x="1270" y="77076"/>
                </a:lnTo>
                <a:lnTo>
                  <a:pt x="762" y="77812"/>
                </a:lnTo>
                <a:lnTo>
                  <a:pt x="634" y="78282"/>
                </a:lnTo>
                <a:lnTo>
                  <a:pt x="380" y="79413"/>
                </a:lnTo>
                <a:lnTo>
                  <a:pt x="380" y="82410"/>
                </a:lnTo>
                <a:lnTo>
                  <a:pt x="634" y="83540"/>
                </a:lnTo>
                <a:lnTo>
                  <a:pt x="889" y="83997"/>
                </a:lnTo>
                <a:lnTo>
                  <a:pt x="1143" y="84353"/>
                </a:lnTo>
                <a:lnTo>
                  <a:pt x="1270" y="84696"/>
                </a:lnTo>
                <a:lnTo>
                  <a:pt x="1524" y="84950"/>
                </a:lnTo>
                <a:lnTo>
                  <a:pt x="2031" y="85255"/>
                </a:lnTo>
                <a:lnTo>
                  <a:pt x="2413" y="85331"/>
                </a:lnTo>
                <a:lnTo>
                  <a:pt x="47244" y="85331"/>
                </a:lnTo>
                <a:lnTo>
                  <a:pt x="48768" y="83997"/>
                </a:lnTo>
                <a:lnTo>
                  <a:pt x="49022" y="83540"/>
                </a:lnTo>
                <a:lnTo>
                  <a:pt x="49275" y="82410"/>
                </a:lnTo>
                <a:lnTo>
                  <a:pt x="49275" y="79413"/>
                </a:lnTo>
                <a:lnTo>
                  <a:pt x="48895" y="77812"/>
                </a:lnTo>
                <a:lnTo>
                  <a:pt x="48641" y="77444"/>
                </a:lnTo>
                <a:lnTo>
                  <a:pt x="48514" y="77076"/>
                </a:lnTo>
                <a:lnTo>
                  <a:pt x="48259" y="76784"/>
                </a:lnTo>
                <a:lnTo>
                  <a:pt x="47878" y="76593"/>
                </a:lnTo>
                <a:lnTo>
                  <a:pt x="47625" y="76390"/>
                </a:lnTo>
                <a:lnTo>
                  <a:pt x="47244" y="76301"/>
                </a:lnTo>
                <a:close/>
              </a:path>
              <a:path w="49529" h="85725">
                <a:moveTo>
                  <a:pt x="31623" y="11861"/>
                </a:moveTo>
                <a:lnTo>
                  <a:pt x="20320" y="11861"/>
                </a:lnTo>
                <a:lnTo>
                  <a:pt x="20320" y="76301"/>
                </a:lnTo>
                <a:lnTo>
                  <a:pt x="31623" y="76301"/>
                </a:lnTo>
                <a:lnTo>
                  <a:pt x="31623" y="11861"/>
                </a:lnTo>
                <a:close/>
              </a:path>
              <a:path w="49529" h="85725">
                <a:moveTo>
                  <a:pt x="27431" y="0"/>
                </a:moveTo>
                <a:lnTo>
                  <a:pt x="21463" y="787"/>
                </a:lnTo>
                <a:lnTo>
                  <a:pt x="1904" y="13296"/>
                </a:lnTo>
                <a:lnTo>
                  <a:pt x="1143" y="13817"/>
                </a:lnTo>
                <a:lnTo>
                  <a:pt x="889" y="14084"/>
                </a:lnTo>
                <a:lnTo>
                  <a:pt x="762" y="14350"/>
                </a:lnTo>
                <a:lnTo>
                  <a:pt x="507" y="14655"/>
                </a:lnTo>
                <a:lnTo>
                  <a:pt x="126" y="15786"/>
                </a:lnTo>
                <a:lnTo>
                  <a:pt x="0" y="20040"/>
                </a:lnTo>
                <a:lnTo>
                  <a:pt x="253" y="21348"/>
                </a:lnTo>
                <a:lnTo>
                  <a:pt x="507" y="21818"/>
                </a:lnTo>
                <a:lnTo>
                  <a:pt x="762" y="22110"/>
                </a:lnTo>
                <a:lnTo>
                  <a:pt x="1143" y="22390"/>
                </a:lnTo>
                <a:lnTo>
                  <a:pt x="1524" y="22491"/>
                </a:lnTo>
                <a:lnTo>
                  <a:pt x="2540" y="22313"/>
                </a:lnTo>
                <a:lnTo>
                  <a:pt x="3175" y="22047"/>
                </a:lnTo>
                <a:lnTo>
                  <a:pt x="3937" y="21615"/>
                </a:lnTo>
                <a:lnTo>
                  <a:pt x="20320" y="11861"/>
                </a:lnTo>
                <a:lnTo>
                  <a:pt x="31623" y="11861"/>
                </a:lnTo>
                <a:lnTo>
                  <a:pt x="31623" y="1320"/>
                </a:lnTo>
                <a:lnTo>
                  <a:pt x="31369" y="1092"/>
                </a:lnTo>
                <a:lnTo>
                  <a:pt x="31242" y="850"/>
                </a:lnTo>
                <a:lnTo>
                  <a:pt x="30988" y="647"/>
                </a:lnTo>
                <a:lnTo>
                  <a:pt x="30225" y="342"/>
                </a:lnTo>
                <a:lnTo>
                  <a:pt x="29718" y="228"/>
                </a:lnTo>
                <a:lnTo>
                  <a:pt x="28321" y="50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DD0A4B27-CA26-7C2F-BB7E-F1E69664A6D2}"/>
              </a:ext>
            </a:extLst>
          </p:cNvPr>
          <p:cNvSpPr txBox="1">
            <a:spLocks/>
          </p:cNvSpPr>
          <p:nvPr/>
        </p:nvSpPr>
        <p:spPr>
          <a:xfrm>
            <a:off x="438467" y="2665971"/>
            <a:ext cx="4100450" cy="76302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3695700" marR="5080" indent="-2803525">
              <a:lnSpc>
                <a:spcPts val="5190"/>
              </a:lnSpc>
              <a:spcBef>
                <a:spcPts val="750"/>
              </a:spcBef>
            </a:pPr>
            <a:r>
              <a:rPr lang="en-US" kern="0" dirty="0">
                <a:solidFill>
                  <a:srgbClr val="3366CC"/>
                </a:solidFill>
              </a:rPr>
              <a:t>Lecture 22</a:t>
            </a:r>
            <a:endParaRPr lang="en-US" kern="0" spc="-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3DD0E-71F1-8ECF-7BCB-5234DA6C8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FBD2F81C-00E3-D65D-6699-DAF53774F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30821"/>
            <a:ext cx="10133837" cy="523220"/>
          </a:xfrm>
          <a:ln/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US" sz="2800" dirty="0"/>
              <a:t>Abrasive Jet Machining (AJM)</a:t>
            </a:r>
            <a:endParaRPr sz="2800" dirty="0"/>
          </a:p>
        </p:txBody>
      </p:sp>
      <p:pic>
        <p:nvPicPr>
          <p:cNvPr id="4" name="Picture 25">
            <a:extLst>
              <a:ext uri="{FF2B5EF4-FFF2-40B4-BE49-F238E27FC236}">
                <a16:creationId xmlns:a16="http://schemas.microsoft.com/office/drawing/2014/main" id="{818C2A1E-4E2A-F0F6-F5FC-B1309FA86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841" y="1983631"/>
            <a:ext cx="7456255" cy="4236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35A52F-3520-4897-79E6-B631E6C744B3}"/>
              </a:ext>
            </a:extLst>
          </p:cNvPr>
          <p:cNvSpPr txBox="1"/>
          <p:nvPr/>
        </p:nvSpPr>
        <p:spPr>
          <a:xfrm>
            <a:off x="6628414" y="6220139"/>
            <a:ext cx="4875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2800" b="1" dirty="0"/>
              <a:t>AJM  System  </a:t>
            </a:r>
            <a:endParaRPr lang="en-US" alt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EA7EEA-28C7-4284-691F-9C22EEB5DE07}"/>
              </a:ext>
            </a:extLst>
          </p:cNvPr>
          <p:cNvSpPr txBox="1"/>
          <p:nvPr/>
        </p:nvSpPr>
        <p:spPr>
          <a:xfrm>
            <a:off x="381000" y="1078426"/>
            <a:ext cx="10439400" cy="104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that removes material from a workpiece through the use of abrasive particles entrained in a high velocity gas steam.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0925CA45-6E48-8C0A-AC96-B5F7FC1AB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" y="2067580"/>
            <a:ext cx="28023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800" dirty="0">
                <a:solidFill>
                  <a:srgbClr val="2E5496"/>
                </a:solidFill>
                <a:latin typeface="Times New Roman"/>
                <a:ea typeface="+mj-ea"/>
                <a:cs typeface="Times New Roman"/>
              </a:rPr>
              <a:t>Basic components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A644DA7-01B9-CE54-0707-F5288BC6F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438400"/>
            <a:ext cx="4648200" cy="4478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33363" indent="-2333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 supply at least 690 to 830 kPa</a:t>
            </a:r>
          </a:p>
          <a:p>
            <a:pPr algn="just"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 filter and water separator</a:t>
            </a:r>
          </a:p>
          <a:p>
            <a:pPr algn="just"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Vibrating chamber</a:t>
            </a:r>
          </a:p>
          <a:p>
            <a:pPr algn="just"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Nozzle, hand held or mounted in a fixture for automatic operation</a:t>
            </a:r>
          </a:p>
          <a:p>
            <a:pPr algn="just"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 valve for pulsed operation or manual valve for continues operation</a:t>
            </a:r>
          </a:p>
          <a:p>
            <a:pPr algn="just"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Dust hood or collection cabinet</a:t>
            </a:r>
          </a:p>
        </p:txBody>
      </p:sp>
    </p:spTree>
    <p:extLst>
      <p:ext uri="{BB962C8B-B14F-4D97-AF65-F5344CB8AC3E}">
        <p14:creationId xmlns:p14="http://schemas.microsoft.com/office/powerpoint/2010/main" val="277370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1" name="Rectangle 3">
            <a:extLst>
              <a:ext uri="{FF2B5EF4-FFF2-40B4-BE49-F238E27FC236}">
                <a16:creationId xmlns:a16="http://schemas.microsoft.com/office/drawing/2014/main" id="{DEB81940-5954-1454-87C5-1684A2CD1A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564" y="1054041"/>
            <a:ext cx="12175435" cy="2478371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Nitrogen or CO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air is supplied under pressure of 2-8 kg/cm</a:t>
            </a:r>
            <a:r>
              <a:rPr lang="en-US" alt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Oxygen should never be used because it causes a violent chemical reaction with the workpiece chips or the abrasives.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not practical to reuse the abrasive powder because contaminations and worn grit cause a decline of the machining rate.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DC4CBE0-C0B3-22B9-455E-4B32B7E7B774}"/>
              </a:ext>
            </a:extLst>
          </p:cNvPr>
          <p:cNvSpPr txBox="1">
            <a:spLocks/>
          </p:cNvSpPr>
          <p:nvPr/>
        </p:nvSpPr>
        <p:spPr>
          <a:xfrm>
            <a:off x="381000" y="530821"/>
            <a:ext cx="10133837" cy="523220"/>
          </a:xfrm>
          <a:prstGeom prst="rect">
            <a:avLst/>
          </a:prstGeom>
          <a:ln/>
        </p:spPr>
        <p:txBody>
          <a:bodyPr vert="horz" wrap="square" lIns="91440" tIns="45720" rIns="91440" bIns="45720" anchor="b" anchorCtr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US" sz="2800" kern="0" dirty="0"/>
              <a:t>Carrier Gas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CF5A737-9AF5-0B9F-E7DA-CE5AC8863DBF}"/>
              </a:ext>
            </a:extLst>
          </p:cNvPr>
          <p:cNvSpPr txBox="1">
            <a:spLocks noChangeArrowheads="1"/>
          </p:cNvSpPr>
          <p:nvPr/>
        </p:nvSpPr>
        <p:spPr>
          <a:xfrm>
            <a:off x="16566" y="4114800"/>
            <a:ext cx="12175434" cy="2954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Aluminum oxide (Al</a:t>
            </a:r>
            <a:r>
              <a:rPr lang="en-US" altLang="en-US" sz="22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22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silicon carbide (</a:t>
            </a:r>
            <a:r>
              <a:rPr lang="en-US" altLang="en-US" sz="22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SiC</a:t>
            </a:r>
            <a:r>
              <a:rPr lang="en-US" altLang="en-US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powders are used for heavy cleaning, cutting, and deburring.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Magnesium carbonate is recommended for light cleaning and etching. Sodium bicarbonate is used for fine cleaning and cutting of soft materials.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abrasive grains should have sharp edges with optimal diameters of 10-50 </a:t>
            </a:r>
            <a:r>
              <a:rPr lang="en-US" altLang="en-US" sz="22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μm</a:t>
            </a:r>
            <a:r>
              <a:rPr lang="en-US" altLang="en-US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AC0A682-62DA-8249-9867-2C698E49DF7E}"/>
              </a:ext>
            </a:extLst>
          </p:cNvPr>
          <p:cNvSpPr txBox="1">
            <a:spLocks/>
          </p:cNvSpPr>
          <p:nvPr/>
        </p:nvSpPr>
        <p:spPr>
          <a:xfrm>
            <a:off x="381000" y="3614771"/>
            <a:ext cx="10133837" cy="523220"/>
          </a:xfrm>
          <a:prstGeom prst="rect">
            <a:avLst/>
          </a:prstGeom>
          <a:ln/>
        </p:spPr>
        <p:txBody>
          <a:bodyPr vert="horz" wrap="square" lIns="91440" tIns="45720" rIns="91440" bIns="45720" anchor="b" anchorCtr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US" sz="2800" kern="0" dirty="0"/>
              <a:t>Abrasives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DDE83-216B-3521-618A-F21196101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16F2F09-20A9-3CA3-E28D-BFEB2118B1AA}"/>
              </a:ext>
            </a:extLst>
          </p:cNvPr>
          <p:cNvSpPr txBox="1">
            <a:spLocks/>
          </p:cNvSpPr>
          <p:nvPr/>
        </p:nvSpPr>
        <p:spPr>
          <a:xfrm>
            <a:off x="381000" y="530821"/>
            <a:ext cx="10133837" cy="523220"/>
          </a:xfrm>
          <a:prstGeom prst="rect">
            <a:avLst/>
          </a:prstGeom>
          <a:ln/>
        </p:spPr>
        <p:txBody>
          <a:bodyPr vert="horz" wrap="square" lIns="91440" tIns="45720" rIns="91440" bIns="45720" anchor="b" anchorCtr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US" sz="2800" kern="0" dirty="0"/>
              <a:t>Nozzle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D832EB-C033-2E1E-B6C8-DE627CE42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895600"/>
            <a:ext cx="6643396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3AE78A5-688A-A090-0DA0-CA2845288934}"/>
              </a:ext>
            </a:extLst>
          </p:cNvPr>
          <p:cNvSpPr/>
          <p:nvPr/>
        </p:nvSpPr>
        <p:spPr>
          <a:xfrm>
            <a:off x="0" y="1143000"/>
            <a:ext cx="119634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9400" indent="-217488" algn="just" fontAlgn="auto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 of tungsten carbide or sapphire.</a:t>
            </a:r>
          </a:p>
          <a:p>
            <a:pPr marL="279400" indent="-217488" algn="just" fontAlgn="auto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Sapphire nozzles (300 hrs) last longer than tungsten carbide nozzles (12-30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but are more expensive and are only available with round holes.</a:t>
            </a:r>
          </a:p>
          <a:p>
            <a:pPr marL="279400" indent="-217488" algn="just" fontAlgn="auto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Tungsten carbide nozzles can have either round or rectangular holes.</a:t>
            </a:r>
          </a:p>
        </p:txBody>
      </p:sp>
    </p:spTree>
    <p:extLst>
      <p:ext uri="{BB962C8B-B14F-4D97-AF65-F5344CB8AC3E}">
        <p14:creationId xmlns:p14="http://schemas.microsoft.com/office/powerpoint/2010/main" val="965883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653C-57D4-D065-C700-9563DCE30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7B7F442-F90B-D525-2B15-332864284F16}"/>
              </a:ext>
            </a:extLst>
          </p:cNvPr>
          <p:cNvSpPr txBox="1">
            <a:spLocks/>
          </p:cNvSpPr>
          <p:nvPr/>
        </p:nvSpPr>
        <p:spPr>
          <a:xfrm>
            <a:off x="381000" y="530821"/>
            <a:ext cx="10133837" cy="523220"/>
          </a:xfrm>
          <a:prstGeom prst="rect">
            <a:avLst/>
          </a:prstGeom>
          <a:ln/>
        </p:spPr>
        <p:txBody>
          <a:bodyPr vert="horz" wrap="square" lIns="91440" tIns="45720" rIns="91440" bIns="45720" anchor="b" anchorCtr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US" sz="2800" kern="0" dirty="0"/>
              <a:t>Volume Removal Rate (VRR)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FC118177-0AE7-936B-A73B-FFFB024CA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371600"/>
            <a:ext cx="6773333" cy="1524000"/>
          </a:xfrm>
          <a:prstGeom prst="rect">
            <a:avLst/>
          </a:prstGeom>
          <a:solidFill>
            <a:srgbClr val="FFFF66"/>
          </a:solidFill>
          <a:ln w="9525" algn="ctr">
            <a:solidFill>
              <a:srgbClr val="00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3300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</p:pic>
      <p:pic>
        <p:nvPicPr>
          <p:cNvPr id="4" name="Picture 12">
            <a:extLst>
              <a:ext uri="{FF2B5EF4-FFF2-40B4-BE49-F238E27FC236}">
                <a16:creationId xmlns:a16="http://schemas.microsoft.com/office/drawing/2014/main" id="{540C161D-9218-D896-A11E-9D519792A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276600"/>
            <a:ext cx="9692809" cy="2921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0150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75C06D-0A3D-3667-BDA7-1F6A26F10ED0}"/>
              </a:ext>
            </a:extLst>
          </p:cNvPr>
          <p:cNvSpPr txBox="1"/>
          <p:nvPr/>
        </p:nvSpPr>
        <p:spPr>
          <a:xfrm>
            <a:off x="0" y="480499"/>
            <a:ext cx="9372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kern="0" dirty="0">
                <a:solidFill>
                  <a:srgbClr val="2E5496"/>
                </a:solidFill>
                <a:latin typeface="Times New Roman"/>
                <a:ea typeface="+mj-ea"/>
                <a:cs typeface="Times New Roman"/>
              </a:rPr>
              <a:t>Stand off distance (STD) or Nozzle tip distance (NTD)</a:t>
            </a:r>
          </a:p>
        </p:txBody>
      </p:sp>
      <p:pic>
        <p:nvPicPr>
          <p:cNvPr id="6" name="Picture 3" descr="3.gif">
            <a:extLst>
              <a:ext uri="{FF2B5EF4-FFF2-40B4-BE49-F238E27FC236}">
                <a16:creationId xmlns:a16="http://schemas.microsoft.com/office/drawing/2014/main" id="{65FBF005-A7EF-29B8-1DFA-B3D25A759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494301"/>
            <a:ext cx="6781800" cy="4363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F7D682D4-492D-A4B0-17A3-50856F5BC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156540"/>
            <a:ext cx="11811000" cy="1184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31775" indent="-2317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 stream remains  cylindrical only for a short distance of 1.6 mm after exiting the nozzle.</a:t>
            </a:r>
          </a:p>
          <a:p>
            <a:pPr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greater Distances, the jet begins to diverge into cone-shaped pattern with an included angle of about 7 degrees. </a:t>
            </a:r>
          </a:p>
        </p:txBody>
      </p:sp>
    </p:spTree>
    <p:extLst>
      <p:ext uri="{BB962C8B-B14F-4D97-AF65-F5344CB8AC3E}">
        <p14:creationId xmlns:p14="http://schemas.microsoft.com/office/powerpoint/2010/main" val="927019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EE88B-057E-857A-65CA-FABC45E43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8B36B11-9B56-2A2E-0820-1E62A154FC1C}"/>
              </a:ext>
            </a:extLst>
          </p:cNvPr>
          <p:cNvSpPr txBox="1">
            <a:spLocks/>
          </p:cNvSpPr>
          <p:nvPr/>
        </p:nvSpPr>
        <p:spPr>
          <a:xfrm>
            <a:off x="381000" y="530821"/>
            <a:ext cx="10133837" cy="523220"/>
          </a:xfrm>
          <a:prstGeom prst="rect">
            <a:avLst/>
          </a:prstGeom>
          <a:ln/>
        </p:spPr>
        <p:txBody>
          <a:bodyPr vert="horz" wrap="square" lIns="91440" tIns="45720" rIns="91440" bIns="45720" anchor="b" anchorCtr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US" sz="2800" kern="0" dirty="0"/>
              <a:t>AJM Process Characteristics</a:t>
            </a:r>
          </a:p>
        </p:txBody>
      </p:sp>
      <p:pic>
        <p:nvPicPr>
          <p:cNvPr id="5" name="Picture 53">
            <a:extLst>
              <a:ext uri="{FF2B5EF4-FFF2-40B4-BE49-F238E27FC236}">
                <a16:creationId xmlns:a16="http://schemas.microsoft.com/office/drawing/2014/main" id="{F8FC095C-4552-EE23-A934-7FB101BC63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6"/>
          <a:stretch>
            <a:fillRect/>
          </a:stretch>
        </p:blipFill>
        <p:spPr bwMode="auto">
          <a:xfrm>
            <a:off x="1142999" y="1185836"/>
            <a:ext cx="9919943" cy="567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4043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67C96B7-7FC9-76B2-ECB3-E4576D04C654}"/>
              </a:ext>
            </a:extLst>
          </p:cNvPr>
          <p:cNvGrpSpPr/>
          <p:nvPr/>
        </p:nvGrpSpPr>
        <p:grpSpPr>
          <a:xfrm>
            <a:off x="193624" y="3657600"/>
            <a:ext cx="3271417" cy="3193234"/>
            <a:chOff x="2728898" y="1445041"/>
            <a:chExt cx="4205302" cy="4330941"/>
          </a:xfrm>
        </p:grpSpPr>
        <p:pic>
          <p:nvPicPr>
            <p:cNvPr id="288772" name="Picture 4">
              <a:extLst>
                <a:ext uri="{FF2B5EF4-FFF2-40B4-BE49-F238E27FC236}">
                  <a16:creationId xmlns:a16="http://schemas.microsoft.com/office/drawing/2014/main" id="{882BE3F5-69F6-061C-CD95-075AAF9888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4200" y="2209800"/>
              <a:ext cx="3810000" cy="3200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8774" name="Rectangle 6">
              <a:extLst>
                <a:ext uri="{FF2B5EF4-FFF2-40B4-BE49-F238E27FC236}">
                  <a16:creationId xmlns:a16="http://schemas.microsoft.com/office/drawing/2014/main" id="{AA58439D-3AE5-06DC-0098-FDF730223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5196" y="5237820"/>
              <a:ext cx="2252663" cy="5381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eaLnBrk="1" hangingPunct="1"/>
              <a:r>
                <a:rPr lang="en-US" altLang="en-US" sz="1600" dirty="0">
                  <a:cs typeface="Times New Roman" panose="02020603050405020304" pitchFamily="18" charset="0"/>
                </a:rPr>
                <a:t>Abrasive flow rate</a:t>
              </a:r>
              <a:endParaRPr lang="en-US" altLang="en-US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288773" name="Rectangle 5">
              <a:extLst>
                <a:ext uri="{FF2B5EF4-FFF2-40B4-BE49-F238E27FC236}">
                  <a16:creationId xmlns:a16="http://schemas.microsoft.com/office/drawing/2014/main" id="{E7EC864F-7FDD-3E6B-4644-DF56776555B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719200" y="2454739"/>
              <a:ext cx="2552797" cy="5334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eaLnBrk="1" hangingPunct="1"/>
              <a:r>
                <a:rPr lang="en-US" altLang="en-US" sz="1600" dirty="0">
                  <a:cs typeface="Times New Roman" panose="02020603050405020304" pitchFamily="18" charset="0"/>
                </a:rPr>
                <a:t>VRR</a:t>
              </a:r>
              <a:endParaRPr lang="en-US" altLang="en-US" sz="16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88775" name="Rectangle 7">
            <a:extLst>
              <a:ext uri="{FF2B5EF4-FFF2-40B4-BE49-F238E27FC236}">
                <a16:creationId xmlns:a16="http://schemas.microsoft.com/office/drawing/2014/main" id="{5C979A27-EDD8-920B-D961-041F7D399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918644"/>
            <a:ext cx="184731" cy="46166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88777" name="Rectangle 9">
            <a:extLst>
              <a:ext uri="{FF2B5EF4-FFF2-40B4-BE49-F238E27FC236}">
                <a16:creationId xmlns:a16="http://schemas.microsoft.com/office/drawing/2014/main" id="{9D07535D-9EC4-5857-D8D1-A7E87C6BD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146256"/>
            <a:ext cx="261610" cy="60016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endParaRPr lang="en-US" altLang="en-US" sz="900"/>
          </a:p>
          <a:p>
            <a:pPr algn="l"/>
            <a:r>
              <a:rPr lang="en-US" altLang="en-US" sz="2400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5D2F107-D735-CF5F-64DA-F12A88AC504C}"/>
              </a:ext>
            </a:extLst>
          </p:cNvPr>
          <p:cNvGrpSpPr/>
          <p:nvPr/>
        </p:nvGrpSpPr>
        <p:grpSpPr>
          <a:xfrm>
            <a:off x="4026773" y="4091844"/>
            <a:ext cx="3669428" cy="2714631"/>
            <a:chOff x="2590800" y="2324100"/>
            <a:chExt cx="4533900" cy="333819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9BE0094-335F-AC57-A59B-6C33D64A31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4200" y="2324100"/>
              <a:ext cx="4000500" cy="30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B1AF204-7524-EE2E-DB34-21668F6B2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665" y="5228907"/>
              <a:ext cx="2362199" cy="4333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eaLnBrk="1" hangingPunct="1"/>
              <a:r>
                <a:rPr lang="en-US" altLang="en-US" sz="1600" dirty="0">
                  <a:cs typeface="Times New Roman" panose="02020603050405020304" pitchFamily="18" charset="0"/>
                </a:rPr>
                <a:t>Velocity of particles</a:t>
              </a:r>
              <a:endParaRPr lang="en-US" altLang="en-US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1CDEE1D-6C9C-BD05-B926-6E3AE2F5FCA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997075" y="3184525"/>
              <a:ext cx="1606550" cy="419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eaLnBrk="1" hangingPunct="1"/>
              <a:r>
                <a:rPr lang="en-US" altLang="en-US" sz="1600" dirty="0">
                  <a:cs typeface="Times New Roman" panose="02020603050405020304" pitchFamily="18" charset="0"/>
                </a:rPr>
                <a:t>VRR</a:t>
              </a:r>
              <a:endParaRPr lang="en-US" altLang="en-US" sz="16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033B053-93ED-6FB0-4409-21DC255A1A40}"/>
              </a:ext>
            </a:extLst>
          </p:cNvPr>
          <p:cNvGrpSpPr/>
          <p:nvPr/>
        </p:nvGrpSpPr>
        <p:grpSpPr>
          <a:xfrm>
            <a:off x="8534400" y="4076180"/>
            <a:ext cx="3478108" cy="2606463"/>
            <a:chOff x="2514600" y="1666258"/>
            <a:chExt cx="5003780" cy="4221037"/>
          </a:xfrm>
        </p:grpSpPr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AAA02C61-8DA0-8AFE-4A0D-9B2DF8D232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400" y="1666258"/>
              <a:ext cx="4317980" cy="3972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345F34C4-3E3C-1E7E-8B29-5CCF2F9A9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477" y="5468196"/>
              <a:ext cx="2133600" cy="4190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eaLnBrk="1" hangingPunct="1"/>
              <a:r>
                <a:rPr lang="en-US" altLang="en-US" sz="1600" dirty="0">
                  <a:cs typeface="Times New Roman" panose="02020603050405020304" pitchFamily="18" charset="0"/>
                </a:rPr>
                <a:t>Gas pressure</a:t>
              </a:r>
              <a:endParaRPr lang="en-US" altLang="en-US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62C32357-78AF-38E0-1B4E-5F8F737414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847850" y="2648498"/>
              <a:ext cx="1752600" cy="419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eaLnBrk="1" hangingPunct="1"/>
              <a:r>
                <a:rPr lang="en-US" altLang="en-US" sz="1600" dirty="0">
                  <a:cs typeface="Times New Roman" panose="02020603050405020304" pitchFamily="18" charset="0"/>
                </a:rPr>
                <a:t>VRR</a:t>
              </a:r>
              <a:endParaRPr lang="en-US" altLang="en-US" sz="16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833E1A9-4BE2-6D1A-C3B9-C29CC89DB616}"/>
              </a:ext>
            </a:extLst>
          </p:cNvPr>
          <p:cNvSpPr txBox="1"/>
          <p:nvPr/>
        </p:nvSpPr>
        <p:spPr>
          <a:xfrm>
            <a:off x="76200" y="1076987"/>
            <a:ext cx="12192000" cy="3078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VRR first increases with abrasive flow rate due to more particle impacts, but beyond the optimum it decreases 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excessive particles collide and lose velocity before striking the workpiece.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VRR increases with particle velocity because higher kinetic energy enhances cutting and erosion, 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at very high velocities particle fracture and nozzle wear can reduce effectiveness.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VRR increases with gas pressure since higher pressure accelerates particles to greater velocities, but excessive pressure may cause particle fragmentation and reduced cutting efficiency.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4B6423C7-C7FA-30C6-9EE8-CA7D9C0B4619}"/>
              </a:ext>
            </a:extLst>
          </p:cNvPr>
          <p:cNvSpPr txBox="1">
            <a:spLocks/>
          </p:cNvSpPr>
          <p:nvPr/>
        </p:nvSpPr>
        <p:spPr>
          <a:xfrm>
            <a:off x="381000" y="530821"/>
            <a:ext cx="10133837" cy="523220"/>
          </a:xfrm>
          <a:prstGeom prst="rect">
            <a:avLst/>
          </a:prstGeom>
          <a:ln/>
        </p:spPr>
        <p:txBody>
          <a:bodyPr vert="horz" wrap="square" lIns="91440" tIns="45720" rIns="91440" bIns="45720" anchor="b" anchorCtr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US" sz="2800" kern="0" dirty="0"/>
              <a:t>Effect of process parameters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6069A5-083A-4DBB-8CEC-A8EE2EBB544B}"/>
              </a:ext>
            </a:extLst>
          </p:cNvPr>
          <p:cNvGrpSpPr/>
          <p:nvPr/>
        </p:nvGrpSpPr>
        <p:grpSpPr>
          <a:xfrm>
            <a:off x="457200" y="3354296"/>
            <a:ext cx="4305299" cy="3390899"/>
            <a:chOff x="2743201" y="2514601"/>
            <a:chExt cx="4305299" cy="3390899"/>
          </a:xfrm>
        </p:grpSpPr>
        <p:pic>
          <p:nvPicPr>
            <p:cNvPr id="290820" name="Picture 4">
              <a:extLst>
                <a:ext uri="{FF2B5EF4-FFF2-40B4-BE49-F238E27FC236}">
                  <a16:creationId xmlns:a16="http://schemas.microsoft.com/office/drawing/2014/main" id="{7B2358B3-742D-8367-680D-2161F6A42E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4200" y="2514601"/>
              <a:ext cx="3924300" cy="31083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0822" name="Rectangle 6">
              <a:extLst>
                <a:ext uri="{FF2B5EF4-FFF2-40B4-BE49-F238E27FC236}">
                  <a16:creationId xmlns:a16="http://schemas.microsoft.com/office/drawing/2014/main" id="{5967FE0A-A9C2-9841-A7E1-66C3DD698D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5486400"/>
              <a:ext cx="2438400" cy="419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eaLnBrk="1" hangingPunct="1"/>
              <a:r>
                <a:rPr lang="en-US" altLang="en-US" sz="1600" dirty="0">
                  <a:cs typeface="Times New Roman" panose="02020603050405020304" pitchFamily="18" charset="0"/>
                </a:rPr>
                <a:t>Stand-off-distance</a:t>
              </a:r>
              <a:endParaRPr lang="en-US" altLang="en-US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290821" name="Rectangle 5">
              <a:extLst>
                <a:ext uri="{FF2B5EF4-FFF2-40B4-BE49-F238E27FC236}">
                  <a16:creationId xmlns:a16="http://schemas.microsoft.com/office/drawing/2014/main" id="{B2FAA6BF-0E06-9198-0E8F-916F5F6CC7A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057401" y="3657600"/>
              <a:ext cx="1905000" cy="53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eaLnBrk="1" hangingPunct="1"/>
              <a:r>
                <a:rPr lang="en-US" altLang="en-US" sz="1600" dirty="0">
                  <a:cs typeface="Times New Roman" panose="02020603050405020304" pitchFamily="18" charset="0"/>
                </a:rPr>
                <a:t>VRR</a:t>
              </a:r>
              <a:endParaRPr lang="en-US" altLang="en-US" sz="16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90823" name="Rectangle 7">
            <a:extLst>
              <a:ext uri="{FF2B5EF4-FFF2-40B4-BE49-F238E27FC236}">
                <a16:creationId xmlns:a16="http://schemas.microsoft.com/office/drawing/2014/main" id="{CE34E4F6-13FF-4A4C-5099-58D794F3D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893244"/>
            <a:ext cx="184731" cy="46166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0826" name="Rectangle 10">
            <a:extLst>
              <a:ext uri="{FF2B5EF4-FFF2-40B4-BE49-F238E27FC236}">
                <a16:creationId xmlns:a16="http://schemas.microsoft.com/office/drawing/2014/main" id="{9917D4B5-46C7-A5D0-12A7-AAD9B013E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217344"/>
            <a:ext cx="184731" cy="46166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00B3511-FEC4-E3AA-B207-4547120F371F}"/>
              </a:ext>
            </a:extLst>
          </p:cNvPr>
          <p:cNvGrpSpPr/>
          <p:nvPr/>
        </p:nvGrpSpPr>
        <p:grpSpPr>
          <a:xfrm>
            <a:off x="5791200" y="3279752"/>
            <a:ext cx="4076700" cy="3429000"/>
            <a:chOff x="3009900" y="2133600"/>
            <a:chExt cx="4076700" cy="3429000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23225515-B91F-BA74-7193-A17D3F526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6600" y="2133600"/>
              <a:ext cx="3810000" cy="3200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2B1D85B9-AE7E-649A-9066-1E4AE6551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0756" y="5219700"/>
              <a:ext cx="2133600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eaLnBrk="1" hangingPunct="1"/>
              <a:r>
                <a:rPr lang="en-US" altLang="en-US" sz="1600" dirty="0">
                  <a:latin typeface="Times New Roman" panose="02020603050405020304" pitchFamily="18" charset="0"/>
                  <a:ea typeface="Times New Roman" panose="02020603050405020304" pitchFamily="18" charset="0"/>
                  <a:cs typeface="Traditional Arabic" panose="02020603050405020304" pitchFamily="18" charset="-78"/>
                </a:rPr>
                <a:t>Mixing ratio</a:t>
              </a:r>
              <a:endParaRPr lang="en-US" altLang="en-US" sz="16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3DCBCE4-DD08-1F1A-53D6-988BE1F4847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451100" y="3441700"/>
              <a:ext cx="1536700" cy="419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eaLnBrk="1" hangingPunct="1"/>
              <a:r>
                <a:rPr lang="en-US" altLang="en-US" sz="1600" dirty="0">
                  <a:cs typeface="Times New Roman" panose="02020603050405020304" pitchFamily="18" charset="0"/>
                </a:rPr>
                <a:t>VRR</a:t>
              </a:r>
              <a:endParaRPr lang="en-US" altLang="en-US" sz="16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" name="Rectangle 2">
            <a:extLst>
              <a:ext uri="{FF2B5EF4-FFF2-40B4-BE49-F238E27FC236}">
                <a16:creationId xmlns:a16="http://schemas.microsoft.com/office/drawing/2014/main" id="{B9E4BE28-7FC6-1B08-85D1-31F744698EF1}"/>
              </a:ext>
            </a:extLst>
          </p:cNvPr>
          <p:cNvSpPr txBox="1">
            <a:spLocks/>
          </p:cNvSpPr>
          <p:nvPr/>
        </p:nvSpPr>
        <p:spPr>
          <a:xfrm>
            <a:off x="381000" y="530821"/>
            <a:ext cx="10133837" cy="523220"/>
          </a:xfrm>
          <a:prstGeom prst="rect">
            <a:avLst/>
          </a:prstGeom>
          <a:ln/>
        </p:spPr>
        <p:txBody>
          <a:bodyPr vert="horz" wrap="square" lIns="91440" tIns="45720" rIns="91440" bIns="45720" anchor="b" anchorCtr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US" sz="2800" kern="0" dirty="0"/>
              <a:t>Effect of process parameters </a:t>
            </a:r>
            <a:r>
              <a:rPr lang="en-US" sz="2800" kern="0" dirty="0" err="1"/>
              <a:t>contd</a:t>
            </a:r>
            <a:r>
              <a:rPr lang="en-US" sz="2800" kern="0" dirty="0"/>
              <a:t>…</a:t>
            </a:r>
          </a:p>
        </p:txBody>
      </p:sp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9C4C6ABD-5DA9-ECA1-2629-1BD3D86C20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5493103"/>
              </p:ext>
            </p:extLst>
          </p:nvPr>
        </p:nvGraphicFramePr>
        <p:xfrm>
          <a:off x="6802506" y="3264290"/>
          <a:ext cx="5143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62300" imgH="546100" progId="Equation.3">
                  <p:embed/>
                </p:oleObj>
              </mc:Choice>
              <mc:Fallback>
                <p:oleObj name="Equation" r:id="rId4" imgW="3162300" imgH="546100" progId="Equation.3">
                  <p:embed/>
                  <p:pic>
                    <p:nvPicPr>
                      <p:cNvPr id="292875" name="Object 11">
                        <a:extLst>
                          <a:ext uri="{FF2B5EF4-FFF2-40B4-BE49-F238E27FC236}">
                            <a16:creationId xmlns:a16="http://schemas.microsoft.com/office/drawing/2014/main" id="{6041A154-8023-AAF2-5830-0C5EFF638E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2506" y="3264290"/>
                        <a:ext cx="5143500" cy="7747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rgbClr val="00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34E16CF-3168-2BB8-BC74-B841223053AA}"/>
              </a:ext>
            </a:extLst>
          </p:cNvPr>
          <p:cNvSpPr txBox="1"/>
          <p:nvPr/>
        </p:nvSpPr>
        <p:spPr>
          <a:xfrm>
            <a:off x="245994" y="1014208"/>
            <a:ext cx="11700012" cy="2062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VRR increases with stand-off distance up to an optimum where the jet is well-focused 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decreases at larger distances as the jet spreads and particle velocity drops.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VRR increases with mixing ratio up to an optimum due to balanced particle concentration and velocity 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decreases beyond it as excess abrasives reduce carrier gas velocity and energy transfer.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7" name="Rectangle 3">
            <a:extLst>
              <a:ext uri="{FF2B5EF4-FFF2-40B4-BE49-F238E27FC236}">
                <a16:creationId xmlns:a16="http://schemas.microsoft.com/office/drawing/2014/main" id="{B01D680A-671F-D24F-A78C-AD1FE559C8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589778"/>
            <a:ext cx="5806108" cy="5381153"/>
          </a:xfrm>
        </p:spPr>
        <p:txBody>
          <a:bodyPr/>
          <a:lstStyle/>
          <a:p>
            <a:pPr marL="342900" indent="-3429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suited for machining brittle and heat sensitive materials like glass, quartz, sapphire, ceramics, etc. It can machine super alloys, ceramics, glass and refractory materials.</a:t>
            </a:r>
          </a:p>
          <a:p>
            <a:pPr marL="342900" indent="-3429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reactive with any workpiece material.</a:t>
            </a:r>
          </a:p>
          <a:p>
            <a:pPr marL="342900" indent="-3429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tool changes are required.</a:t>
            </a:r>
          </a:p>
          <a:p>
            <a:pPr marL="342900" indent="-3429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Intricate parts of sharp corners can be machined.</a:t>
            </a:r>
          </a:p>
          <a:p>
            <a:pPr marL="342900" indent="-3429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Workpiece material does not experience hardening.</a:t>
            </a:r>
          </a:p>
          <a:p>
            <a:pPr marL="342900" indent="-3429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machine thin materials.</a:t>
            </a:r>
          </a:p>
          <a:p>
            <a:pPr marL="609600" indent="-609600">
              <a:lnSpc>
                <a:spcPct val="80000"/>
              </a:lnSpc>
            </a:pPr>
            <a:endParaRPr lang="en-US" altLang="en-US" sz="24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A6CFDFE-0D30-98B3-A75C-ED5CA10D42E5}"/>
              </a:ext>
            </a:extLst>
          </p:cNvPr>
          <p:cNvSpPr txBox="1">
            <a:spLocks/>
          </p:cNvSpPr>
          <p:nvPr/>
        </p:nvSpPr>
        <p:spPr>
          <a:xfrm>
            <a:off x="152400" y="379825"/>
            <a:ext cx="10133837" cy="523220"/>
          </a:xfrm>
          <a:prstGeom prst="rect">
            <a:avLst/>
          </a:prstGeom>
          <a:ln/>
        </p:spPr>
        <p:txBody>
          <a:bodyPr vert="horz" wrap="square" lIns="91440" tIns="45720" rIns="91440" bIns="45720" anchor="b" anchorCtr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US" sz="2800" kern="0" dirty="0"/>
              <a:t>Advantages and Disadvantages of AJM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B2E7309-5D01-7F19-62F6-5314DC91B2E5}"/>
              </a:ext>
            </a:extLst>
          </p:cNvPr>
          <p:cNvSpPr txBox="1">
            <a:spLocks/>
          </p:cNvSpPr>
          <p:nvPr/>
        </p:nvSpPr>
        <p:spPr>
          <a:xfrm>
            <a:off x="125897" y="1076980"/>
            <a:ext cx="6046304" cy="523220"/>
          </a:xfrm>
          <a:prstGeom prst="rect">
            <a:avLst/>
          </a:prstGeom>
          <a:ln/>
        </p:spPr>
        <p:txBody>
          <a:bodyPr vert="horz" wrap="square" lIns="91440" tIns="45720" rIns="91440" bIns="45720" anchor="b" anchorCtr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US" sz="2800" u="sng" kern="0" dirty="0"/>
              <a:t>Advantages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FC2BA6-DE7E-85F5-F4CB-9EDF61936CF3}"/>
              </a:ext>
            </a:extLst>
          </p:cNvPr>
          <p:cNvSpPr txBox="1"/>
          <p:nvPr/>
        </p:nvSpPr>
        <p:spPr>
          <a:xfrm>
            <a:off x="6303066" y="990600"/>
            <a:ext cx="61175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u="sng" kern="0" dirty="0">
                <a:solidFill>
                  <a:srgbClr val="2E5496"/>
                </a:solidFill>
                <a:latin typeface="Times New Roman"/>
                <a:ea typeface="+mj-ea"/>
                <a:cs typeface="Times New Roman"/>
              </a:rPr>
              <a:t>Disadvantages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C971AAC-BFED-16FA-B8E9-B4B4C640DEE8}"/>
              </a:ext>
            </a:extLst>
          </p:cNvPr>
          <p:cNvSpPr txBox="1">
            <a:spLocks noChangeArrowheads="1"/>
          </p:cNvSpPr>
          <p:nvPr/>
        </p:nvSpPr>
        <p:spPr>
          <a:xfrm>
            <a:off x="6074466" y="1371600"/>
            <a:ext cx="6117534" cy="5525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volume removal rate.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Stray cutting can't be avoided (low accuracy ±0.1 mm).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Tapering effect may occur specially when drilling in metals.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Abrasive may get impeded in the work surface.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dust collecting systems should be provided. Silica dust may be a health hazard.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materials can't be machined by the process.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Ordinary shop air should be filtered to remove moisture and oil.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4D729-D588-4450-8963-67E42633F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00C15B4-B187-3EFC-5CBC-75400A58CCE1}"/>
              </a:ext>
            </a:extLst>
          </p:cNvPr>
          <p:cNvSpPr txBox="1">
            <a:spLocks/>
          </p:cNvSpPr>
          <p:nvPr/>
        </p:nvSpPr>
        <p:spPr>
          <a:xfrm>
            <a:off x="152400" y="379825"/>
            <a:ext cx="10133837" cy="523220"/>
          </a:xfrm>
          <a:prstGeom prst="rect">
            <a:avLst/>
          </a:prstGeom>
          <a:ln/>
        </p:spPr>
        <p:txBody>
          <a:bodyPr vert="horz" wrap="square" lIns="91440" tIns="45720" rIns="91440" bIns="45720" anchor="b" anchorCtr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US" sz="2800" kern="0" dirty="0"/>
              <a:t>Applications of AJM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F491A9-8D5E-334F-4D21-F5537CE93A02}"/>
              </a:ext>
            </a:extLst>
          </p:cNvPr>
          <p:cNvSpPr txBox="1"/>
          <p:nvPr/>
        </p:nvSpPr>
        <p:spPr>
          <a:xfrm>
            <a:off x="0" y="1143000"/>
            <a:ext cx="12115800" cy="4602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Drilling holes, cutting slots, cleaning hard surfaces, deburring, polishing and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radiusing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Deburring of cross holes, slots, and threads in small precision parts that require a burr free finish such as hydraulic valves, aircraft fuel systems and medical appliances.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Machining intricate shapes or holes in sensitive, brittle, and thin or difficult-to-machine materials.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Insulation stripping and wire cleaning without affecting the conductor.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Micro-deburring of hypodermic needles.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Frosting glass and trimming of circuit boards, hybrid circuit resistors, capacitors,  silicon and gallium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Removal of films and delicate cleaning of  irregular surfaces because the abrasive stream is able to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follow contours. 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330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5842</TotalTime>
  <Words>770</Words>
  <Application>Microsoft Office PowerPoint</Application>
  <PresentationFormat>Widescreen</PresentationFormat>
  <Paragraphs>74</Paragraphs>
  <Slides>12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Times New Roman</vt:lpstr>
      <vt:lpstr>Office Theme</vt:lpstr>
      <vt:lpstr>Equation</vt:lpstr>
      <vt:lpstr>ABRASIVE JET MACHINING (AJM) </vt:lpstr>
      <vt:lpstr>Abrasive Jet Machining (AJM)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Gas Metal Arc Welding  (GMAW / MIG) Submerged Welding</dc:title>
  <dc:creator>Dr. Ashok Kumar Sharma [MU - Jaipur]</dc:creator>
  <cp:lastModifiedBy>Dr. Biswesh Ranjan Acharya [MU - Jaipur]</cp:lastModifiedBy>
  <cp:revision>65</cp:revision>
  <dcterms:created xsi:type="dcterms:W3CDTF">2020-04-30T11:37:54Z</dcterms:created>
  <dcterms:modified xsi:type="dcterms:W3CDTF">2025-10-14T09:04:03Z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2020-04-24T00:00:00Z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2020-04-30T00:00:00Z</vt:filetime>
  </property>
</Properties>
</file>